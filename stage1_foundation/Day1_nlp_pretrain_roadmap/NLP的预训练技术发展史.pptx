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0:1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4365.000 2185.000 767,'6.282'0.000'0,"2.346"0.000"0,-1.903 0.000 0,0.305 0.000 0,0.076 0.000 0,-0.027 0.000 0,-0.061 0.000 0,-0.054 0.000 0,-0.040 0.000 0,-0.021 0.000 0,-0.010 0.000 0,-0.003 0.000 0,1.185 0.902-7,0.708 1.544-15,5.137 1.609 20,5.685 1.597 0,9.788 3.280-2,5.945 2.518 0,-0.466 0.250-1,3.680 1.557-4,9.409 3.968-4,2.637 1.844 0,-12.007-4.270 5,0.410 0.264 0,13.380 5.855 0,-0.547 0.787 1,-7.746-2.706 2,-1.636-0.320 2,3.171 2.418 3,-3.502-0.229 6,-7.792-3.127-5,-2.226-0.665-1,1.839 1.454 6,-2.612-1.103 6,-9.444-4.995-5,-1.579-0.565 0,4.319 3.551 0,-2.198-0.072-1,-4.090-2.151-2,-0.902-0.288 3,-0.762 0.039 2,-0.631 0.285-9,-0.690 0.096 0,-0.709-0.048 1,-0.517-0.155 1,-0.356-0.228-2,-0.222-0.275 0,-0.113-0.300-1,-2.074-1.988 3,-0.155-0.185 0,1.837 1.306-1,0.048-0.521-1,-0.255-0.423 1,-0.476-0.335-1,-0.439-0.256 1,-0.398-0.190 0,-2.039-1.619-1,-0.425-0.263 1,4.812 4.452 1,-1.439-1.037 0,-5.501-4.777-2,-0.466-0.121 1,0.528 0.883 1,-0.483-0.214 1,-0.417-0.233-1,-0.349-0.240 0,-0.471-0.235-1,-0.540-0.224 1,-1.100-1.024-2,3.335 6.555 1,-3.513-4.751 1,-0.723-0.635-1,-0.317 0.303 1,-0.583-0.809-2,-0.235 0.078-1,0.128 2.246 0,-0.367 0.311-1,-0.525-1.927 3,-0.165 0.225-1,-0.040 2.696 0,-0.217 0.364 0,-0.364-1.008-1,-0.418 0.202 0,-0.478 0.190 1,-0.508 0.174-1,-0.331 0.336 1,-0.186 0.445-1,-0.614 0.330 0,-0.910 0.233 1,-0.739 0.332-1,-0.584 0.393 1,-0.446 0.246-2,-0.329 0.124 0,0.486-1.651 2,-0.368 0.015-1,-2.286 3.383-1,-0.226-0.152 1,0.786-1.867 1,-0.254-0.204 0,-1.423 1.349 0,-0.323-0.307-1,1.110-1.606 1,0.087 0.103 1,-0.010 0.049-1,-0.083 0.006 0,1.177-1.436 0,0.075 0.237 0,-1.343 1.873 0,-0.413 0.145 0,-1.687 1.728 0,-0.328-0.117 0,0.026-0.236-1,0.278-0.312 0,1.435-2.040 0,0.076-0.542 0,1.382-1.750 1,0.171-0.195 0,-2.280 2.550 1,0.048-0.168 2,2.347-2.729-2,-0.076-0.008 1,-1.191 1.197-1,0.115-0.229-1,0.020-0.128 0,-0.050-0.050-1,-0.103 0.013 1,-0.137 0.058 0,-1.414 1.126 1,-0.154-0.311-1,2.578-2.494 0,0.121-0.009 0,0.024 0.071-1,-0.052 0.134 1,-2.649 2.489 0,-0.141-0.164 0,1.376-1.268 1,0.218 0.007 0,0.110-0.113-2,0.026-0.200 0,-1.015 0.804 1,0.341-0.417 0,1.470-1.213 1,0.344-0.023 0,0.159-0.095-1,0.015-0.142 0,0.086-0.177 2,0.138-0.193-1,0.171-0.199 0,0.189-0.198-1,0.943-1.012 0,-0.109-0.112 0,-1.038 0.716 0,-0.005-0.116 1,0.237-0.106 0,0.413-0.098 0,0.990-0.969-1,-0.034-0.271-1,-0.885 0.253 1,0.011-0.489 0,0.046-0.326 0,0.067-0.193 1,-0.653 0.137 2,0.283-0.416-3,0.339-0.442 0,-0.379 0.074 1,0.321-0.043-1,0.567-0.091 1,-4.358 2.776 0,2.489-1.247 1,-0.013 0.012-2,-2.537 1.406 1,1.764-1.364-1,1.741-0.120-1,0.229-0.291 1,-0.986-0.276 2,-1.247 0.577-2,0.232-0.203 0,1.685-1.198-1,0.670-0.020 1,-0.978 0.451 1,-1.037 1.830-1,-0.671 2.045-1,1.658-1.223 1,1.008-1.398-1,0.829 0.473 1,0.973 1.275 3,-0.389 0.537-3,-1.812-1.595 2,-0.855 0.563-3,2.164-1.632-1,-2.513 0.785 1,0.818-0.738 1,-0.770 0.557 1,1.292-0.468-1,-1.168 3.993 0,3.276-2.941 1,-1.675 1.193-1,0.393-1.219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0:1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4915.000 3605.000 767,'0.000'6.066'0,"-2.504"0.993"-4,-0.633 0.423 3,-0.098-1.021-1,-1.452 2.331 1,1.702-1.959 0,0.947-0.859 2,-0.308 1.286-2,-1.452-0.746 1,-0.183-0.971 1,0.636-0.001-1,0.135 1.849-1,0.830 0.500 1,0.643 1.338-1,0.551-0.538 0,-1.049-0.071 2,-0.273-0.215 0,0.869-2.170-2,0.110 1.725 1,0.464 0.661 1,0.490-0.151 0,0.208-2.446-2,-2.493 0.524 2,-0.687-1.327 0,0.964 1.162 0,1.825 1.223-1,0.693-0.422 0,0.220 0.633 0,-0.042-1.201-1,-0.071 0.914 2,-0.042-1.473-1,-0.005 0.334 0,0.001 0.881-1,-0.220-1.065 1,-2.577-0.753 1,-2.559-2.414 0,11.477-3.429 2,0.695 0.389-3,0.712 0.000-2,0.757 0.000-1,-0.290 0.181 4,0.550 1.554-2,0.590 2.261 0,-2.915-0.482-2,-0.768-0.664 2,2.592 1.177 4,-0.372-0.323-2,0.615-0.384-2,0.558-0.629 0,0.457-0.688 0,-2.533-1.020 1,-0.219-0.279 0,-0.377-0.233 0,2.057 0.604 0,-1.280 0.337-1,2.632 0.679 2,-2.190-0.631 0,2.955 0.136-1,-3.903-0.840 0,-0.344-0.167-1,4.581 0.161 1,-3.120-0.444 0,2.949-0.168 1,-0.903-0.180 1,-1.240-0.041-2,-0.628-0.001-3,-0.501 0.017 5,-0.390 0.017-1,0.054 0.015-1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0:2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4785.000 4105.000 767,'0.927'7.412'0,"-0.153"-1.220"0,0.055 0.444 0,0.004 0.029 0,-0.009-0.079 0,-0.010-0.066 0,-0.002-0.031 0,-0.002-0.008 0,0.000 0.000 0,0.000 0.004 0,0.001 0.001 0,2.853 4.743-24,2.905 5.868 22,3.282 6.940-2,-2.028-4.840 1,1.306 3.700 0,3.489 8.923-1,1.919 4.657-5,1.812 3.970-2,1.668 3.316-1,1.319 2.524 3,1.010 1.842-1,0.925 1.624 0,0.825 1.407 0,0.541 0.828 1,0.312 0.368 4,-0.056-0.171 1,-0.326-0.567 3,-3.603-8.126-1,-0.403-0.815 0,5.694 12.727 1,-0.552-2.027 3,-1.274-2.781 1,-1.729-3.187 2,-3.736-8.471 1,-0.929-2.408-1,-3.094-6.979-3,-0.841-1.634-1,0.865 2.804 8,-1.151-1.589 2,-1.105-1.699-3,-1.034-1.719-2,-0.761-1.492 2,-0.530-1.269-3,-0.519-1.055-3,-0.491-0.858 0,-0.453-0.679 5,-0.408-0.521-4,0.695 2.097-2,-0.035-0.852 1,-0.994-3.319-1,-0.116-0.612 0,0.703 1.516 0,-0.199-1.073-1,-1.764-4.766 1,-0.089-0.097 0,1.224 4.216 1,-0.528-0.113 1,-1.575-4.435-1,-0.142-0.241-1,1.092 3.851-1,-0.088-0.191-1,-0.624-2.112 1,0.006-0.054 0,-0.556-2.077 2,0.062-0.141 0,0.712 2.065-3,0.113 0.353 0,-0.076 0.125 1,-0.212-0.050 1,-0.308-0.180 0,-0.369-0.269-1,-0.218-0.327-2,-0.100-0.359 1,-0.187-0.188 0,-0.247-0.054 3,-0.102-0.135 0,0.013-0.185-1,0.602 2.832 1,-0.287-1.048-2,-1.004-5.094-1,0.057-0.301 1,0.645 2.517 1,-0.132-0.306-1,-0.292-1.913 4,0.115-0.738-2,-0.327-1.528-2,-0.052-0.192 1,0.482 2.053-1,-0.229-0.002 0,-0.563-2.090 2,0.077 0.126 1,0.015 0.057-3,-0.034 0.002 0,0.669 2.365-1,0.203 0.164 0,-0.624-2.195 1,-0.040 0.151-1,0.204 1.267 1,-0.159-0.058 1,0.266 1.210-2,0.125 0.040 0,-0.306-1.336 1,-0.085-0.223 0,0.632 1.830 0,0.198-0.594 0,-0.632-2.267 0,-0.090-0.051 0,0.039 0.074 1,0.135 0.162 1,0.021 0.046-2,-0.065-0.047 1,0.379 1.347-1,0.167 0.539-1,-0.553-2.017 0,0.176 0.268 1,0.671 1.599 1,0.284 0.327-2,0.092 0.274-1,-0.052 0.224 1,0.021 0.358 0,0.076 0.445 0,0.636 1.914 0,0.149 0.179 0,-0.416-1.031 1,0.124 0.892 0,0.970 2.536-2,0.532 0.302 1,-1.155-3.712 1,0.178 0.179-1,0.951 2.449-1,0.142 0.574-1,0.905 2.683 2,0.013 0.290 1,-0.492-2.163 0,0.561 0.021 0,0.366-0.186-2,0.204-0.336 0,0.077-0.074 2,-0.019 0.123-1,-0.094 0.088 1,-0.144 0.056 0,0.758 1.991 2,-0.292-0.482-1,-1.346-2.608-2,-0.537-0.532 0,0.240 1.261 1,-0.425-0.724 1,-0.907-2.503 0,-0.160-0.785 1,0.486 0.749 1,-0.073-0.656 0,-0.791-1.769-2,-0.296-0.266 1,-0.169-0.343 1,-0.070-0.387-2,0.252 0.645-1,-0.329-0.560 1,0.214 0.634-1,-0.038-0.212 2,-0.904-2.166-1,-0.196-0.223 0,0.268 0.862 0,0.067 0.098-1,1.158 3.585 0,-1.541-3.481 2,-0.258 0.246-3,-0.465-0.922 0,-0.216-0.034 1,0.505 5.093 1,-1.045-4.684-2,-0.171 0.029 0,-0.149-0.058 2,-0.130-0.118 0,-0.092 0.789-2,-0.115-0.278 0,0.093-0.998 1,0.257 0.082 0,0.173 0.004 1,0.105-0.054 0,0.706 3.452-1,0.279 0.121 0,0.235 0.069-1,0.185 0.029 2,-0.754-3.576-3,-0.072-0.191 1,0.077-0.016 0,0.187 0.119-1,0.081 0.214 1,-0.001 0.278 2,0.119 0.135 5,0.203 0.023-6,0.080 0.120-1,-0.017 0.186 0,-0.088 0.231 1,-0.138 0.255-1,0.548 4.578 1,-0.434 0.162 0,-0.430-0.118-1,-0.393-0.284 0,-0.353-4.263 0,0.174-0.051 0,0.264 0.951-1,0.029-0.321 1,-0.337-2.247 0,-0.041 0.023 2,0.195 2.572 2,-0.121 0.596 1,-0.221-0.854-3,-0.103 0.300-1,-0.099 0.082 0,-0.094-0.088-1,0.094-0.029-1,0.232 0.014 1,0.145 0.048 0,0.075 0.070 1,0.468 4.077 1,-0.080-0.124-1,-0.488-4.248 0,-0.088-0.385 0,-0.095-0.410 0,-0.097-0.417-1,-0.094-0.406 1,-0.088-0.383 0,0.097-0.351 2,0.236-0.315 1,0.302 0.515-2,0.088-0.336 0,0.300 0.925 1,-0.098-0.770-2,0.836 4.173 1,-0.757-1.928 0,-0.521-1.601 0,0.832 0.550 2,0.687 1.921-6,0.159 1.278 3,-0.642-2.341-1,0.573-2.843 1,1.727 0.587 2,-1.339-0.354 2,-1.282 1.687-4,-0.459 0.299-1,1.050-1.651 0,0.086 0.108 1,0.260 0.670-1,0.040-1.237 1,1.458 0.640 0,1.325-0.416 0,-0.157 0.557 1,-1.398 0.255 0,1.769-1.773-1,-0.800-1.313 0,-3.633 2.283 1,5.226-5.140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0:2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5715.000 7355.000 767,'4.345'4.344'0,"0.130"0.131"0,2.242 3.970-6,-1.092-0.685 5,-1.343-2.523 0,0.529 0.113-1,0.403 0.254 0,0.292 0.348 0,1.049 1.146-2,0.114 0.111 3,1.007 1.060 0,-0.347-0.409 1,-0.487-0.564-1,-1.959-2.116 1,-0.182-0.226 0,-0.125-0.167 0,-0.078-0.117 1,1.321 1.315 0,-0.279-0.332 2,-0.325-0.368-1,2.295 1.610-2,-2.635-3.260 0,4.354 1.570 1,-3.480-2.483 1,3.353 1.226-1,-1.113-0.842 0,-2.482-0.179-1,1.855 1.775 0,-1.064 0.273 1,0.488 1.311-1,-1.329-1.124 0,-0.348 0.139 0,-1.147 0.758-1,-1.209 0.168 3,1.757 0.785-2,2.112-3.243 0,-0.531-2.623 0,2.651-0.745 0,-2.191-0.516-1,1.872-0.220 2,-1.519 0.048-1,-0.649 0.124 0,-0.162-0.060 1,-1.293-3.452-1,-0.460-0.718 0,-1.245-6.452 0,-1.044 3.664 0,-0.274 1.341-2,0.537-1.332 0,2.268-6.402-2,0.775-1.990 0,-1.563 4.341 0,0.208-1.030 2,1.669-5.414-1,0.208-0.585-1,-1.542 4.415 2,-0.173-0.147-1,1.188-4.915 1,-0.159 0.005 0,-0.743 2.684 0,-0.051 0.466 2,-0.196 0.555 1,-0.298 0.603 1,0.318-1.043-2,-0.135 1.243-1,-1.184 4.342 3,-0.204 0.718 0,0.488-2.137 0,-0.444 0.759 1,-0.444 0.888 0,-0.425 0.938 3,-0.392 0.929-3,-0.452 1.607-3,0.493-7.123 1,-1.142 6.951 1,-0.277-3.598 3,-0.362 3.289-5,0.499-0.074 1,3.364 0.855 4,0.272 0.748-5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0:38"/>
    </inkml:context>
    <inkml:brush xml:id="br0">
      <inkml:brushProperty name="width" value="0.0529194456206428" units="cm"/>
      <inkml:brushProperty name="height" value="0.0529194456206428" units="cm"/>
      <inkml:brushProperty name="color" value="#2daf49"/>
      <inkml:brushProperty name="ignorePressure" value="0"/>
    </inkml:brush>
  </inkml:definitions>
  <inkml:trace contextRef="#ctx0" brushRef="#br0">8145.000 2395.000 767,'-1.187'6.727'0,"-0.212"1.197"0,-0.355 2.016 0,-0.199 1.125 0,-0.086 0.492 0,-0.022 0.120 0,0.009-0.049 0,0.018-0.098 0,0.015-0.089 0,0.011-0.064 0,0.007-0.035 0,0.002-0.015 0,0.001-0.004 0,-0.000 0.001-14,0.367-0.117-6,-1.504 11.788 3,-0.674 9.396 12,-1.022 14.686-2,-1.312 14.156-2,-1.481 13.252-2,-0.833 11.734-2,-0.317 10.177-12,-1.151 24.355-6,0.541 7.028-2,2.812-29.734 12,0.539 1.919 1,-0.212 18.708-2,0.818 0.858 6,0.280 16.051 2,0.994-3.348 7,0.904-5.318 9,0.796-6.467 4,0.997-34.836-5,0.340-4.912-1,-0.145 6.921 5,-0.283-6.423 6,-0.157-6.651 3,-0.056-6.582 4,-0.159-6.474 5,-0.230-6.159 10,-0.094-5.521-20,0.010-4.844-2,0.250-9.749 7,-0.133-3.009-1,-0.790 6.202 3,0.074-3.861-10,0.681-10.437-3,-0.097-1.387 1,-0.577 2.209 0,-0.231-1.358-5,-0.753 2.578 0,-0.282-0.145 0,0.752-6.189-1,-0.387 0.779-1,-0.339 1.127 0,-0.289 1.366-3,-2.121 10.636-1,-0.644 2.623-1,-0.830 2.982 0,-0.923 3.097-1,1.950-9.299 0,-0.158 1.340 0,-1.454 7.376-1,-0.260 1.152 0,-0.055 0.935 1,0.096 0.736-1,-2.754 12.800 3,-0.380-1.613 1,2.734-14.187 0,0.220-1.928 1,1.632-7.260 0,0.474-1.572 1,-2.468 12.032 2,0.895-3.683 2,3.157-14.704 5,0.288-1.389-1,-1.252 5.639 2,0.340-1.900-3,1.758-7.802-4,0.338-0.953 1,-0.312 2.075 2,0.202-0.718-2,0.769-3.169-3,0.251-0.202 0,-0.941 5.750 5,-0.283 0.647-5,1.015-4.912-1,0.077 1.160 0,-0.747 8.876 0,0.352 2.444-4,1.078-6.019 1,0.242 1.867-1,-0.254 12.388 0,0.420 3.211-2,0.388 2.212 0,0.347 1.398 0,0.377-4.708 1,0.202 1.046 0,0.171 0.908-1,0.144 0.772 0,0.124-5.827 5,0.072 0.338 1,0.066 6.724-1,0.059 0.172-1,0.063 6.323 1,0.034-0.549 0,-0.027-13.348 1,0.004-0.782 1,0.201 5.162-1,0.305-0.888-1,0.356 4.424 2,0.144-1.672 0,0.076-6.798 5,0.301-1.272 0,-0.091-5.996-6,0.060-0.870 1,0.507 8.303 2,-0.084-1.119 1,-0.171-5.247 0,0.169-0.615 0,0.417-0.266-1,0.590 0.004-1,1.089 4.231-2,0.529-0.147 1,-1.039-8.384 0,-0.021 0.249-1,0.610 4.656-1,0.060 0.326-1,1.159 4.868 2,0.862 0.375 0,2.783 11.107-1,-0.484-4.808 0,0.070-1.101-1,-2.780-14.332 0,0.159-0.624 1,1.124 3.243 2,0.030-1.296 0,-0.052-1.429-1,-0.111-1.477 0,-0.150-1.280 3,-0.176-1.085 0,-0.189-1.262 1,-0.190-1.347 0,-0.186-1.185 1,-0.174-1.018-1,-0.341-1.037-3,-0.453-1.016 1,-0.341-0.781 2,-0.242-0.578 0,-0.888-2.465-3,-0.292-0.386 0,0.765 3.434 3,-0.186-0.253-2,-0.722-2.124-2,-0.292-0.316 1,-0.141 0.049 1,-0.022 0.318-2,-0.465-1.811-1,-0.124-0.169 0,0.425 3.717 4,-0.312 0.421-3,-0.522-1.771-2,-0.248-0.059 1,-0.103 1.642 4,-0.282-0.346-4,-0.322-2.284-1,-0.168-0.634 1,-0.187-1.982 1,-0.094-0.279 1,-0.065 1.234 0,-0.089-0.201 0,-0.070-1.535 1,-0.041-0.044 2,-0.058 3.048-4,-0.041 0.345 1,0.011-2.859-2,-0.009 0.100 1,-0.037 3.196 0,0.000 0.025-1,0.021-1.600 0,0.008-0.074 0,0.020-1.436 1,0.009 0.216 0,-0.003 1.811 0,0.012 0.148 0,0.009 0.422 1,0.010 0.613-1,0.008 0.376-1,0.008 0.180 0,0.005 1.649 0,0.006-0.589 0,-0.173-2.032 0,-0.306-0.102-1,-0.345 1.740 2,-0.156 0.102 0,0.213-3.477 4,-0.008-0.051-3,-0.112 1.635-1,0.048-0.110-1,-0.114-0.141 1,-0.230-0.162-1,-0.130-0.170 1,-0.048-0.170 1,-0.180 1.595 0,0.086 0.125-1,0.440-3.211 0,0.086-0.005 1,-0.215 1.600-1,-0.180-0.032 0,-0.086-0.066-1,-0.014-0.086 1,0.042-0.099 0,0.082-0.104 1,-0.071-0.106-1,-0.185-0.102-1,0.165-1.577 2,-0.010-0.027-1,-1.078 7.246 1,0.284-0.896-1,0.368-1.235 0,0.386-1.330 0,0.497-5.231 0,-0.172-0.542-1,-0.583 1.619 0,0.010-0.940 1,0.121-0.861 4,0.188-0.753 1,-0.807 4.437-2,0.869-2.728-4,0.595-0.712 3,0.792 0.149 2,0.163 0.109-1,-0.119-1.022-3,-0.102-0.171-2,0.004-0.059 4,0.000 1.282-1,0.000-1.293-2,0.000 1.772 0,0.000-1.609 1,0.000 1.996 0,0.000-1.213 2,0.000-0.867-3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0:41"/>
    </inkml:context>
    <inkml:brush xml:id="br0">
      <inkml:brushProperty name="width" value="0.0529194456206428" units="cm"/>
      <inkml:brushProperty name="height" value="0.0529194456206428" units="cm"/>
      <inkml:brushProperty name="color" value="#2daf49"/>
      <inkml:brushProperty name="ignorePressure" value="0"/>
    </inkml:brush>
  </inkml:definitions>
  <inkml:trace contextRef="#ctx0" brushRef="#br0">7945.000 2565.000 767,'6.164'0.000'0,"-0.037"-1.529"-4,-0.542-1.914 3,0.831-0.970-1,1.276-0.587 0,1.539-1.249-1,-0.292-0.958 2,0.459-1.276-1,-4.398 4.135 2,2.525-2.056 0,-2.386 2.048 0,0.064-0.092-1,-0.622 0.486 2,0.036-0.090 0,0.041-0.101-1,0.044-0.106 0,2.243-1.963 0,-0.427 0.608-1,-0.591 0.835 1,-0.647 0.907 0,0.426-0.201 0,1.965-0.762 1,-0.606 1.443 2,0.541 0.212-1,-0.066-0.733-2,-1.312 0.148 0,3.453-2.473-2,-1.095 0.323 3,-0.875 1.023-1,-1.733 0.486-1,-0.612 0.461 1,0.704-1.397 1,0.383-0.134 0,-0.182 1.421-1,1.166 0.295 0,-2.773-0.750 2,-1.579-0.666-1,1.775-1.215-1,-0.630 2.040 0,-1.695-1.270-1,-7.131 1.653 3,-1.638 3.965 0,-0.729 0.003-3,0.598 0.245 0,1.152 4.894 1,3.897 1.285 0,1.175 0.781-1,0.436-0.904 1,-0.155 0.660 1,-0.121-0.230-1,-0.018-0.246-1,-0.004 1.005-1,0.000-0.057 2,-0.001 2.611 1,0.001-1.100-4,0.001 0.646 2,0.001-3.309 1,0.000 0.299 0,0.001-0.536 0,0.000 0.357-1,0.000 0.396 0,0.000 0.413 0,0.133-0.729 0,0.232 0.328 1,0.524 3.373-1,0.199-0.141 0,0.077-0.468 0,-0.232-2.215 0,-0.039-0.367 0,0.118-0.525 1,1.608 4.713 0,0.206-1.555 2,-0.236-0.825 3,-0.105 1.361-4,-0.560 0.669 0,-0.915-2.001-1,-0.494-0.681 0,-0.106-2.071 2,3.411-1.215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0:54"/>
    </inkml:context>
    <inkml:brush xml:id="br0">
      <inkml:brushProperty name="width" value="0.0529194456206428" units="cm"/>
      <inkml:brushProperty name="height" value="0.0529194456206428" units="cm"/>
      <inkml:brushProperty name="color" value="#1b7ccb"/>
      <inkml:brushProperty name="ignorePressure" value="0"/>
    </inkml:brush>
  </inkml:definitions>
  <inkml:trace contextRef="#ctx0" brushRef="#br0">10415.000 2565.000 767,'5.902'1.967'0,"-0.084"-0.028"0,-0.119-0.038 0,0.784 0.259 0,2.147 1.868-10,0.104 1.137 9,-1.048-0.864-1,2.071 0.667 0,1.737 0.682 0,1.426 0.665 0,1.322 0.812-1,1.197 0.892-1,-1.692-0.736 0,0.303 0.260 1,7.616 4.379-2,0.003 0.295 2,-7.532-4.042 1,-0.352 0.071 0,2.148 1.515-1,0.033 0.114 5,-0.010 0.269-1,-0.041 0.377-2,-0.245 0.263 4,-0.388 0.168 0,-0.119 0.093-5,0.085 0.030 1,-2.270-1.593 0,-0.152 0.004 1,3.931 3.193 0,-0.564-0.104 2,-4.437-3.254-2,-0.353-0.068-1,3.245 3.024 1,-0.617-0.150 2,-2.415-1.494-1,-0.733 0.174 0,-0.580-0.079 1,-0.446-0.266-1,-0.328-0.217-1,-0.228-0.169 1,-1.568-1.535 0,-0.261-0.036-1,0.880 1.432 2,-0.396 0.014 0,-0.222-0.169-2,-0.084-0.297 0,0.650 1.086 1,-0.707-0.217 0,-2.249-2.684-1,-0.285-0.015 0,1.285 2.644 1,-0.347 0.050 0,-0.975-1.277 1,-0.170 0.043-2,-0.121 0.066 1,-0.082 0.079-1,0.602 1.434-1,-0.056 0.047 1,-0.868-1.344 0,-0.319 0.021 0,-0.024 0.036 0,0.201 0.048 0,0.179 0.052 0,0.156 0.057 0,-0.678-1.332 0,-0.129 0.077 1,0.528 1.535-2,-0.040 0.111 1,-0.181 0.083-1,-0.281 0.058 1,-0.345 0.039 0,-0.381 0.022 1,-0.392 0.009-2,-0.390 0.000 1,-0.372-0.009 0,-0.344-0.013 0,-0.192 1.670 1,-0.353 0.299-1,-0.349-1.434 0,-0.192 0.037 0,-0.148 1.539 1,-0.161-0.107-2,-0.230-3.151 0,-0.288-0.054 0,-0.479-0.015 1,-0.617 0.015 1,-1.289 3.064-1,-0.432-0.047 1,0.103-1.600-1,-0.292-0.089 0,-0.277-0.077 0,-0.254-0.068-1,-0.229-0.055 0,-0.201-0.047 1,0.008-0.217 1,0.161-0.337-1,0.094-0.237 0,0.035-0.149 0,-0.588 1.199 0,-0.022-0.091 0,1.152-2.603 2,-0.053 0.029-1,-0.703 1.394-1,-0.107 0.120 0,-0.760 1.231 0,-0.087-0.311-1,1.147-2.652 1,-0.283-0.032 0,-1.054 1.294 0,-0.227 0.091-1,-0.147-0.069 2,-0.081-0.186-1,-0.029-0.268 0,0.012-0.319 0,-0.141 0.017-1,-0.246 0.265 0,-0.139-0.098 2,-0.052-0.368 0,0.013-0.195 0,0.064-0.058-1,0.097-0.135-1,0.120-0.186-1,-0.710 0.741 2,0.213-0.341 3,1.799-1.973-3,0.098 0.057 0,-3.368 4.349 1,0.392-0.356 0,0.467-0.602 0,0.477-0.705-1,1.879-2.641-1,0.181-0.732 0,0.352-0.522 0,-4.038 4.517 1,1.096-0.825 12,2.276-2.504-12,0.449-0.809-1,-0.844-0.266 1,0.109-0.166 1,-0.453 1.379 0,1.019-0.756 0,-1.396-0.066-1,-2.826 0.599-1,-0.174-0.756 0,2.301-1.884 0,0.364 0.076-1,-1.815 1.474 5,2.032-0.390 0,1.867 0.026-3,1.158 1.476-2,-0.267-0.700 3,-1.179-1.031 0,-2.129 2.152-1,1.259-2.150 0,0.171-0.474 0,-1.199 1.014-1,1.347 1.185 0,-0.059-0.409 3,-1.666-1.341-2,0.551-0.850 0,2.481 1.825 1,-0.920 0.179 0,1.186 0.048-1,-0.454 0.428-1,-0.455 0.427-1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0:56"/>
    </inkml:context>
    <inkml:brush xml:id="br0">
      <inkml:brushProperty name="width" value="0.0529194456206428" units="cm"/>
      <inkml:brushProperty name="height" value="0.0529194456206428" units="cm"/>
      <inkml:brushProperty name="color" value="#1b7ccb"/>
      <inkml:brushProperty name="ignorePressure" value="0"/>
    </inkml:brush>
  </inkml:definitions>
  <inkml:trace contextRef="#ctx0" brushRef="#br0">10715.000 3775.000 767,'0.000'6.071'0,"-0.670"0.445"-3,-2.088 1.255 1,0.925-1.781 1,-1.445 1.663-1,-1.072 1.699 1,1.761-2.927 0,0.577 0.364 1,-0.098 0.604 0,-1.239 3.073 2,0.246 0.095-4,0.813-1.012 1,0.834-2.722 1,-2.914 0.154 2,-1.716-1.398 1,0.638 2.231-5,2.801-1.804 2,-1.325 0.810 0,0.399 1.620 1,1.302 0.460-1,0.190-1.435-1,-0.929-1.508 0,-1.128 1.329 4,1.949-0.643-4,1.240-0.532 2,-2.886-1.033 0,10.805-5.529 2,0.797 0.451-5,0.694 0.000 1,-2.081 0.000-1,1.212 0.000 1,-0.650 0.000 0,0.712 0.000 2,-0.790 0.000 0,0.852 0.000-1,-0.670 0.000-2,0.171 0.000 3,0.036 0.000 0,1.687 0.000-1,-2.036 0.000-2,1.889-0.669 1,-2.038-0.871 2,3.132-0.945-1,0.157 0.214-1,-0.538 0.590 1,-1.331 0.637 0,-0.679 0.469 0,-1.348 0.765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0:58"/>
    </inkml:context>
    <inkml:brush xml:id="br0">
      <inkml:brushProperty name="width" value="0.0529194456206428" units="cm"/>
      <inkml:brushProperty name="height" value="0.0529194456206428" units="cm"/>
      <inkml:brushProperty name="color" value="#1b7ccb"/>
      <inkml:brushProperty name="ignorePressure" value="0"/>
    </inkml:brush>
  </inkml:definitions>
  <inkml:trace contextRef="#ctx0" brushRef="#br0">10385.000 4175.000 767,'0.000'6.539'0,"0.000"-0.206"0,0.235 0.848-6,1.137 2.886 4,-0.300-2.721 0,0.848 4.027-1,0.794 2.588 0,1.270 5.280-2,0.677 2.844 0,-0.202-0.742-1,0.305 2.001 0,-0.507-2.324 2,0.155 0.766 0,2.218 12.436-2,-0.386 0.493 0,-1.592-8.224 3,-0.139-0.797 0,-0.268-0.980 2,-0.353-1.086 1,-0.043-0.760 0,0.189-0.494-1,-0.004-0.815 4,-0.149-1.026 5,-0.251-0.968-4,-0.320-0.889-1,-0.177-0.797-4,-0.066-0.700 1,-0.160-0.783 3,-0.224-0.817 2,-0.447-2.423-4,0.025 0.157 1,0.681 4.502-1,-0.190-0.322 1,-0.548-2.273 2,-0.231 0.110-6,-0.065 0.429 0,0.063 0.655 1,-0.024 0.620 2,-0.087 0.571-1,-0.232-2.139 0,0.116 0.416-1,0.045 0.700-1,-0.012 0.905 0,0.399 3.970 0,0.180 0.738 1,0.048 0.653 0,-0.051 0.565 0,0.413 3.737-3,0.158-0.058 1,-0.747-6.586 1,-0.067 0.530 1,0.508 7.703 0,-0.263 0.079 0,0.514 3.447 3,0.573-0.539-4,-0.935-11.048 1,0.233-0.388 0,1.346 6.914 1,0.351 0.476 1,-0.346-3.118-1,0.191 0.453 2,1.069 4.487 3,0.542 0.908-8,-0.292-3.139-1,0.490 0.773 3,2.581 9.085 0,0.648 0.301-2,-1.784-7.922 0,0.304 0.855 1,0.487 0.807 1,0.605 0.741-1,0.670 0.847 1,0.697 0.895 0,-0.965-4.280-1,0.548 0.562 1,2.417 6.134-1,0.671 1.177 0,0.758 0.801-1,0.791 0.488 1,2.872 5.580 0,0.453-0.611 0,-4.222-11.083-1,0.357 0.174-1,2.746 5.703 3,0.250 0.083 0,-0.066-0.059 3,-0.298-0.165 0,0.079-0.236-2,0.360-0.283-1,0.014-0.307 1,-0.244-0.312-1,-0.249-0.489 2,-0.243-0.600 1,1.561 4.031-2,-1.155-1.489 0,-2.787-6.107 1,-0.481-1.237 1,-2.279-5.289-1,-0.311-0.683 1,1.449 3.099 2,-0.355-1.297 1,-0.339-1.041-1,-0.310-0.812 0,-0.282-1.152-2,-0.247-1.365 0,1.028 1.535 2,-0.690-1.634-1,-1.806-3.792-3,-0.288-0.686 1,-0.361-0.622 4,-0.401-0.552 0,-0.420-0.479-2,-0.417-0.407-1,-0.399-0.159-1,-0.373 0.034 0,-0.159-0.185 0,0.008-0.343 0,1.102 1.837 0,0.233-0.348-1,-0.956-2.534 0,-0.051-0.478 0,-0.102-0.495 1,-0.143-0.487 0,2.498 4.531-2,-0.515-1.148 2,-1.862-3.289 2,-0.418-0.411-1,-1.778-3.349-1,-0.148-0.157 0,0.417 1.185 0,-0.408-0.420 1,-0.283-0.483 0,-0.180-0.516-4,-0.094-0.520 2,-0.031-0.505 1,1.123 1.416 1,0.028-0.777 1,-1.639-3.106-2,0.052-0.260 0,0.496 0.555-1,-0.189-0.225 1,0.403 0.758 0,-0.042 0.185-1,2.092 3.249 2,-1.830-3.078-1,0.156-0.020-2,-0.631-0.863 0,-0.195-0.066 0,-0.096-0.067 1,-0.018-0.065 0,-0.140-0.061 0,-0.226-0.056 0,2.931 4.417 2,-0.425-1.022-2,-0.942-0.401 0,-0.446-0.670 3,0.845 1.148-2,-0.815 0.665 0,-1.435 0.159-1,-1.492-1.518 1,-0.922-1.950-1,-0.641 0.603 0,-0.261-0.476 2,1.322 1.162-2,1.809-1.443 0,0.434 1.247-1,-1.256-0.341 2,-0.820-0.863-1,-0.322 2.568-2,-0.258-1.534 2,4.997-4.075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1:00"/>
    </inkml:context>
    <inkml:brush xml:id="br0">
      <inkml:brushProperty name="width" value="0.0529194456206428" units="cm"/>
      <inkml:brushProperty name="height" value="0.0529194456206428" units="cm"/>
      <inkml:brushProperty name="color" value="#1b7ccb"/>
      <inkml:brushProperty name="ignorePressure" value="0"/>
    </inkml:brush>
  </inkml:definitions>
  <inkml:trace contextRef="#ctx0" brushRef="#br0">11235.000 7415.000 767,'4.494'4.494'0,"-0.135"-0.135"0,0.973 3.728-5,0.541-0.369 4,1.820 1.682-2,-3.326-4.284 1,0.266 0.184 0,0.213 0.126 0,0.164 0.080 1,0.123 0.041 1,0.087 0.011-1,1.842 1.974 0,-0.405-0.299 1,-0.583-0.414 0,-0.657-0.464 0,-0.662-0.461 0,0.114-0.518 0,2.035 2.379-1,-1.461-1.898 5,1.920 0.797 2,-2.715-2.746-5,4.051 3.275-2,-1.887-1.449 0,-1.165-0.745 0,0.681 0.896 1,-1.089-0.829 1,0.764 0.923-1,-1.785-0.166 1,1.516-1.108 2,1.257 0.448-3,-2.203-1.433-1,2.151 0.351 1,0.056-1.912-1,-0.500-2.356 1,-0.481 0.038 2,0.190-0.043 0,-5.467-6.014-2,-0.733-0.173 0,-0.004-0.608 0,0.000-1.199-1,0.000 1.937 0,0.000-0.417 0,0.000-0.262 0,0.000-4.266 1,0.000 0.358 0,0.000 3.394-1,0.000-1.700-1,0.000 0.694 2,0.000 1.334 2,0.000 0.159-2,0.000-3.399-1,0.000 4.226 1,0.000-4.610-1,0.770-0.223 0,1.028 0.612 2,0.133 0.413 0,0.058-2.511-3,-1.112 5.904 1,-0.128 0.199 1,0.104-2.181-1,-0.097-2.602 0,-0.394 2.918 1,0.744-2.793 4,0.566 1.423-4,-0.434 3.411 0,1.060-4.777-1,-0.530 2.308 2,-0.605 2.022-1,-0.318-2.037 1,-0.697 0.339 2,-0.261 1.269-3,-0.040-0.032 0,4.134 2.374 2,1.106-0.073-1,-3.901-2.657-2,-1.215 1.104 1,-0.146-0.569-1,4.491 2.322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1:05"/>
    </inkml:context>
    <inkml:brush xml:id="br0">
      <inkml:brushProperty name="width" value="0.0529194456206428" units="cm"/>
      <inkml:brushProperty name="height" value="0.0529194456206428" units="cm"/>
      <inkml:brushProperty name="color" value="#1b7ccb"/>
      <inkml:brushProperty name="ignorePressure" value="0"/>
    </inkml:brush>
  </inkml:definitions>
  <inkml:trace contextRef="#ctx0" brushRef="#br0">11516.000 7997.000 767,'6.172'0.000'0,"-0.074"0.000"0,1.128 0.000-4,0.824 0.000 3,-1.179 0.000-1,0.565 0.000 1,2.220 0.000 0,-3.520 0.000 0,0.115 0.000 1,0.010 0.000-1,-0.056 0.000 0,2.138 0.000-1,-0.489 0.000 1,-0.439 0.000-1,0.666 0.000 10,-1.353 0.000-7,-0.221 0.000-1,-0.061 0.000 0,0.436 0.000 1,3.354 0.000-2,-1.438 0.000 0,-1.135 0.000 1,-0.499 0.000 0,-1.123 0.000 3,0.231 0.000-3,2.251 0.000-1,-2.179 0.000 1,0.561-0.111-1,0.292-0.653 2,-0.650-0.771-2,0.575-0.466 0,0.068 0.595 3,1.571 0.456-2,-1.690 0.572 0,-0.019 0.269 0,1.639 0.132 1,0.345 0.052-2,-2.631-0.022 0,1.605-0.166 2,-1.746-0.817-1,0.119-0.389 0,1.131-0.247-1,-0.230 0.180 1,0.786 0.026 0,-2.194-0.445 0,3.013-0.466 2,-1.492 1.163-2,-0.164 0.383-1,0.875 0.255-1,-1.561 0.428 3,-0.218 0.160 2,-0.091-0.052-2,0.828-0.045-2,0.017-0.022 1,-0.449-0.005-1,-0.564 0.006 2,0.409 0.000 0,0.642 0.000-2,-0.347 0.000 1,-0.469 0.000 0,0.373 0.000 1,-0.341 0.000-2,0.281 0.000 3,0.194 0.000-3,1.075 0.000 0,-1.171 0.000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1:07"/>
    </inkml:context>
    <inkml:brush xml:id="br0">
      <inkml:brushProperty name="width" value="0.0529194456206428" units="cm"/>
      <inkml:brushProperty name="height" value="0.0529194456206428" units="cm"/>
      <inkml:brushProperty name="color" value="#1b7ccb"/>
      <inkml:brushProperty name="ignorePressure" value="0"/>
    </inkml:brush>
  </inkml:definitions>
  <inkml:trace contextRef="#ctx0" brushRef="#br0">13735.000 7815.000 767,'6.608'0.000'0,"0.242"0.000"0,0.752 0.000 0,0.113 0.000 0,-0.082 0.000 0,-0.082 0.000 0,-0.044 0.000 0,-0.012 0.000 0,-0.001 0.000 0,1.550 0.000-7,-1.238 0.000-9,4.900 0.000 14,5.483 0.000 1,-1.773 0.000-1,2.800 0.000 0,15.190 0.000-2,3.511 0.000-5,-12.058 0.133 3,0.298 0.232 0,4.998 0.658-1,0.617 0.769 2,-0.144 0.693-1,-0.708 0.607 3,-0.744 0.704 0,-0.741 0.750 9,2.798 1.406-6,-1.813 0.491-2,-8.475-1.452 2,-0.600 0.125 6,5.977 2.110-3,-1.389 0.418-2,-4.213-0.642 4,-0.790 0.343-1,4.652 2.382-2,-1.531-0.091 0,-8.716-3.361-1,-0.557-0.152 1,2.056 0.998-1,-0.190 0.088 0,2.116 1.247 2,-0.365 0.228 0,-4.834-1.913 0,-0.147 0.422-3,2.316 1.748-1,0.216 0.450-1,2.441 1.809 2,-0.041 0.277 1,-2.437-1.336-2,-0.140 0.067 1,-2.218-1.161-2,0.199 0.523 1,2.548 2.168 0,0.145 0.368 2,-0.124 0.377 0,-0.320 0.375-1,-0.095 0.357-2,0.075 0.330 0,-2.398-1.713 1,-0.186 0.257 1,1.910 2.214 0,-0.431-0.007 1,1.238 1.833-2,-1.156-0.438 0,-2.859-2.405 1,-0.995-0.450 1,-0.965-0.620 0,-0.908-0.724 0,-0.830-0.595 2,-0.745-0.478 0,-0.653-0.372 0,-0.560-0.281 0,-0.652-0.200 2,-0.696-0.136-3,-0.704-0.260-1,-0.686-0.346 0,-0.646-0.215 0,-0.594-0.112-1,-0.532-0.029 1,-0.469 0.034 0,-0.505-1.158 1,-0.258 0.117-1,-0.363 1.459-1,-0.552 0.200 0,-0.795 1.541 0,-0.734 0.136-1,0.058-2.665 1,-0.386 0.076-1,-1.043 1.515 1,-0.770 0.119-1,-0.797 0.094 0,-0.788 0.074 1,-0.751 0.053-1,-0.700 0.040 1,-0.814 0.024-1,-0.873 0.015-1,-2.146 1.455 1,-0.617-0.069 0,2.633-2.819 0,-0.199 0.216 0,-3.543 3.330 0,-0.519 0.145-1,3.122-3.239 2,-0.104-0.218-1,-2.136 1.295 1,-0.638-0.154 0,-0.378-0.119-2,-0.169-0.087 1,-0.188-0.061 2,-0.195-0.040 1,1.946-1.412-4,0.039 0.032 1,-2.209 1.489 0,-0.413 0.073 2,-2.246 1.260-2,0.168-0.409 1,4.336-2.889 1,0.242-0.088-1,-3.756 2.349-1,0.159-0.428-1,-1.461 0.550 3,0.726-0.770 2,0.858-0.790-1,0.896-0.758-2,3.725-2.011-1,0.417-0.033 3,-1.045 0.773 0,0.359-0.135 1,-2.265 1.379-1,0.538-0.387-1,4.204-2.922 0,-0.721 0.093-1,-3.868 1.724 1,-0.193 0.032-1,-2.919 1.551-1,1.072-0.273 0,3.699-1.797-1,0.551-0.220-1,-0.513 0.479 3,0.951-0.238 3,1.995-1.288-1,-0.296-0.133 0,-1.594 0.542 0,-0.234-0.086 0,-3.773 1.325-1,0.937-0.907-3,3.012-1.385-1,0.413-0.212 3,1.838-0.902 0,-0.168 0.040 2,-1.192 0.326 0,0.204-0.228-1,0.347-0.310 0,0.432-0.350-1,0.472-0.129-1,0.477 0.035-1,0.224-0.085 3,0.034-0.168 1,-3.924 1.164 1,3.192-0.959-3,-0.402-0.065 0,-1.210 0.383 0,0.168 0.216-1,-1.687 0.283 0,-1.058-0.247-1,3.408-0.859 2,-0.232 0.109 1,-0.209 0.003-2,-0.185-0.072-1,1.229-0.254 1,-0.139 0.115 0,-3.049 0.707 1,-0.129-0.074 0,-2.762 0.515 0,0.535-0.155 0,0.764-0.164-1,0.856-0.160 1,0.850-0.144-1,3.692-0.681 0,0.146 0.153 0,1.205-0.238 0,0.146-0.017 1,-1.771 0.445-1,0.315-0.170 4,-1.715 0.517 2,0.053 0.211 0,1.390-0.398-4,0.177-0.154-1,0.175-0.223 0,-0.684 0.192-1,0.651 0.031 1,0.721 0.112 0,-2.742 1.660 0,0.362 1.027 3,0.773-0.518-2,1.430-1.396 1,0.290-0.923-2,-0.764-0.239 0,0.883 0.862 1,-0.907-0.012 1,-0.656 0.737-2,-0.856 0.318-3,-1.815 1.330 2,-1.195 0.008 0,5.742-2.866 0,0.353-0.444 1,-4.755 0.534 0,0.787 0.335-1,1.135 0.296 3,1.569 0.353 1,-0.514 0.284-2,-1.686-0.026-1,-0.012-0.963-1,0.305-0.964 0,-0.377-0.722-1,0.779-0.555 2,1.894-0.330 2,0.270-0.151-2,-1.709-0.046 2,1.568 0.078 0,0.409 0.068-3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1:10"/>
    </inkml:context>
    <inkml:brush xml:id="br0">
      <inkml:brushProperty name="width" value="0.0529194456206428" units="cm"/>
      <inkml:brushProperty name="height" value="0.0529194456206428" units="cm"/>
      <inkml:brushProperty name="color" value="#1b7ccb"/>
      <inkml:brushProperty name="ignorePressure" value="0"/>
    </inkml:brush>
  </inkml:definitions>
  <inkml:trace contextRef="#ctx0" brushRef="#br0">13745.000 9025.000 767,'-6.179'0.000'0,"-0.482"0.000"-3,-1.680 1.590 1,1.815 2.758 1,2.066-0.168 1,-0.613-0.268-1,-0.760 1.015 0,0.710-0.884 2,-2.015 1.282-1,1.001-0.742-2,0.731-1.377 2,-0.696 0.170 0,0.589 1.543 2,0.716-1.206-1,0.318 1.032-1,-0.909 0.146 1,-1.331-3.018 0,-0.603-1.183-3,1.283-0.421 1,-0.296 4.090 2,1.284-0.407 0,0.241 0.048-1,3.987 2.666 1,1.080-0.562-2,3.974-1.757 2,1.454-0.214 0,-0.492-0.822-3,2.381-0.621 1,-1.757 0.176 1,-0.845 0.593-1,-0.164 2.101 0,-1.008-0.914 1,1.996-2.011 3,2.718-1.582-3,-0.281-0.952-1,0.771 0.609 0,-2.638 1.628 1,-0.683 0.862-1,1.093 2.006 1,-1.350-0.750-1,1.279-1.724 2,0.049-1.479 1,-0.962 1.757-2,1.211 1.031 0,-1.711 0.369 0,-4.378 1.869 0,4.975-4.387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1:59"/>
    </inkml:context>
    <inkml:brush xml:id="br0">
      <inkml:brushProperty name="width" value="0.0529194456206428" units="cm"/>
      <inkml:brushProperty name="height" value="0.0529194456206428" units="cm"/>
      <inkml:brushProperty name="color" value="#7030a0"/>
      <inkml:brushProperty name="ignorePressure" value="0"/>
    </inkml:brush>
  </inkml:definitions>
  <inkml:trace contextRef="#ctx0" brushRef="#br0">2275.000 2815.000 767,'-2.954'5.909'0,"0.100"-0.202"0,0.043-0.084 0,-1.563 2.940-7,1.155-2.610 7,-1.418 2.470-1,-0.884 0.875-2,-1.251 1.117 0,-1.201 0.776-1,-5.687 8.359-3,-2.830 3.961 0,-6.828 10.451 2,-5.505 8.996 0,3.244-4.053-8,-1.317 2.905 2,5.688-8.349 3,-0.173 0.760-1,-0.080 0.596 1,-0.006 0.454 1,-8.735 15.786 6,1.418-0.751 1,6.752-11.092 2,0.803-0.931-1,-0.960 3.153-1,2.169-2.083 1,-0.045 1.945 1,1.768-2.385 4,0.725 1.695 2,2.663-1.827-1,5.528-12.700-4,0.058 1.550 0,-3.958 15.488 1,0.266 2.472 2,0.760 1.170-6,1.021 0.251-14,0.832-1.709 6,-1.068 4.988 2,-3.051 17.076 8,0.544 2.909-8,5.360-25.396-1,0.157 0.486 0,-1.363 9.529-1,-0.354 4.296 5,1.085-5.569 1,-0.172 1.058 5,-2.904 16.055 0,-0.045-1.541-14,1.910-10.359 2,0.877-3.260 0,0.835-3.290 12,0.763-3.158 1,0.677-2.914 0,0.582-2.604 5,0.254-2.494 7,0.007-2.301-8,4.750-29.150-6,-2.918 19.532 3,0.276 0.183-1,-1.665 15.346 2,0.348-0.136-1,1.566-10.491-1,0.398-0.583-1,0.426-0.202-11,0.431 0.090 2,0.163 4.700 4,0.510-0.434 3,0.458 0.036 5,0.400 0.371-7,0.406-4.850 0,0.221-0.183 1,0.166 4.869 1,0.191 0.205-2,0.143-0.238-1,0.104-0.540 3,0.046-5.226 1,0.037-0.495-2,0.022-0.429-2,0.010-0.362 1,0.028 4.244 4,-0.009-0.115-1,0.005 3.970 1,-0.025-0.804-2,-0.058-7.109 0,-0.016 0.804-2,0.163 0.173 0,0.294-0.302 2,0.340 3.916 1,0.142-0.935 0,0.271-5.372-1,0.613-1.112-9,1.019 2.789 6,0.626-1.162 6,-0.234-4.534-2,0.038-0.613 1,0.597 2.468 2,0.129-1.324-3,-0.410-3.976-1,0.124-0.446 0,0.723 2.551 1,0.147-0.542 0,-0.674-3.523 2,-0.212-0.624-4,-0.115-0.440 1,-0.037-0.286-1,0.546 2.201 0,0.057-0.587 2,-0.474-2.661 1,0.087 0.163-2,0.927 2.555-1,0.512-0.219 0,-0.395-2.616 1,0.203 0.007-1,1.867 4.260-2,0.716 0.955 2,-0.128-0.772 0,0.712 1.289 0,0.594 1.033 0,0.486 0.804-2,1.840 3.878-5,0.303-0.424 4,-0.091-0.935 2,-0.367-1.252-7,-0.311-0.947 6,-0.255-0.688 1,-2.868-6.670 3,-0.263-0.491 1,1.039 2.650 2,-0.080-0.009-1,0.000-0.188-4,0.063-0.316 1,2.266 5.517 4,-0.421-0.049-6,-3.536-8.351 0,-0.016 0.209 0,2.356 6.299 3,0.144 0.567-3,0.140 0.227 0,0.134-0.024 1,-2.291-6.099 0,0.130-0.032 0,1.267 3.013-3,-0.085 0.004 1,0.171 0.152 3,0.358 0.261 0,1.447 3.466 0,-0.142 0.320-1,-2.504-6.127 0,0.245 0.262-1,2.876 7.026 0,-0.137 0.401-1,-2.769-6.793 2,-0.006-0.242-1,1.218 3.196 1,-0.238 0.035-1,1.334 3.394 0,0.258 0.044 0,-2.687-6.835 4,-0.111-0.336 0,1.076 2.851-4,-0.302-0.311 0,0.758 2.706-1,-0.532-0.472 1,-1.342-3.553 4,-0.091-0.621 1,-0.153-0.631-4,-0.193-0.619 0,-1.157-3.190 1,-0.147-0.578 0,1.660 4.322 1,-0.280-0.344 0,-1.110-2.825 0,-0.205-0.581 0,-0.180-0.623 1,-0.154-0.631-2,-0.871-2.444-2,-0.064-0.393 1,0.518 1.390 1,-0.353-0.433 2,0.102 1.201-1,-0.626-0.525 0,-0.463-1.980-1,0.447-0.315 0,0.368-0.252 0,0.293-0.197 0,0.228-0.147 0,0.170-0.104-1,-0.649-1.576 0,0.083-0.228 0,1.432 2.428 0,-0.357-0.173 0,-0.567-1.379 0,0.463-0.034 0,-0.557-1.241 1,0.187 0.075 0,1.985 2.758-1,0.077 0.137 0,-0.949-1.259-1,-0.078 0.070 0,-0.834-1.278 1,0.167 0.096-1,1.085 1.526 1,0.058 0.137-1,0.162 0.473 2,0.233 0.701-1,0.100 0.492-1,-0.007 0.313 1,1.155 1.906-1,0.168-0.016 0,-0.921-1.670-1,0.193 0.136 0,0.407 0.026 1,0.548-0.059 2,0.455 0.240-1,0.369 0.456 0,0.291 0.240-1,0.223 0.069 1,-1.321-1.786-1,0.127 0.167 0,1.657 2.039 0,0.111-0.035-1,2.072 2.202 1,0.733 0.395 2,-3.165-3.895-1,0.149 0.176-1,3.908 4.495 1,0.331 0.174-1,-3.532-4.246-1,0.213 0.070 0,2.252 2.297 2,0.317 0.108 1,2.116 2.275-3,-0.197-0.055 1,-1.941-2.306 1,0.250-0.097 0,2.073 2.057-1,-0.259-0.172 0,-0.232-0.450 2,-0.201-0.630 0,-2.252-2.542-2,-0.351-0.537 1,1.839 1.410 1,0.239-0.265 1,-1.929-2.031-1,-0.151-0.285 2,-0.218-0.272-1,-0.262-0.252-2,1.409 1.288-1,-0.448-0.328-1,0.462-0.096 5,1.089 0.074-1,-1.459-1.541-1,0.183-0.046 0,1.961 1.196-2,-0.264-0.529-1,-4.099-2.895 0,-0.229 0.093 1,3.319 2.753 0,-0.470-0.307 3,-2.138-1.725 0,-0.363-0.427 0,-0.321-0.451-2,-0.280-0.453 1,1.232 0.770 0,-0.319-0.168 0,-1.703-1.253 1,-0.178-0.233 0,1.712 0.663-1,0.614-0.343-1,-2.855-1.854 0,0.166 0.076 1,3.417 1.884 0,0.044-0.046-2,-1.700-1.008-1,-0.106-0.122 1,-0.301-0.132 1,-0.436-0.132 0,-0.341-0.129 0,-0.258-0.123 0,-0.184-0.113 0,-0.126-0.099 1,0.105-0.090 2,0.274-0.076-2,1.684 0.659 0,0.120-0.100-1,-2.915-1.501 0,0.035-0.028-1,3.040 1.173 0,-0.011-0.425 0,-1.550-0.853 1,-0.064-0.141 0,2.827 1.026 1,-0.244-0.078-1,-3.044-1.127 0,-0.141 0.022 1,1.254 0.624-1,-0.126 0.078 0,-1.258-0.506 0,0.264 0.081 1,3.123 1.325 0,0.060 0.078-1,-2.956-1.391-1,-0.059-0.273 1,2.763 0.828-1,-0.207-0.162 0,-1.612-0.566 1,-0.201 0.005 1,0.060 0.053 0,0.246 0.084-1,-1.272-0.432 0,0.085 0.108 1,2.912 1.282-1,-0.079 0.136-1,-2.028-0.921 0,0.740 0.019 1,2.277 0.662 0,0.300 0.040 0,-1.714-0.419 0,-0.061 0.347 1,1.571 1.045-4,-0.288 0.201-1,-0.365 0.087 4,-0.405 0.005 0,-1.894-0.824 0,-0.262-0.047 1,1.217 0.704-1,-0.278-0.097 1,1.091 0.305 0,-0.376-0.675 1,-2.748-1.545-2,0.166-0.190 1,2.488 0.893-1,0.705 0.253 1,-1.128-0.492 0,0.470 0.119-2,2.324 0.798 1,0.453 0.072-1,0.092-0.207-2,-0.167-0.399 0,-1.932-0.828 2,0.015-0.127 1,1.953 0.491-1,0.090-0.030 0,-0.167 0.009 4,-0.344 0.032-3,-1.785-0.521 0,0.277 0.066 0,1.977 0.684-1,-0.133 0.093 2,-1.907-0.539 0,0.031 0.071-1,1.968 0.720-2,0.101 0.069 2,1.960 0.989 1,1.307 0.652-1,0.779 0.617-1,0.367 0.565 1,0.293 0.262-2,0.225 0.039 0,-0.305-0.127-3,-0.667-0.234 1,-2.685-1.217 4,-0.105-0.232 0,4.403 1.162 0,-0.460-0.905 2,-4.644-1.915 2,0.023-0.313-4,2.207 0.354 0,-0.122-0.189 1,-0.205-0.118 0,-0.254-0.060-1,1.607 0.928 1,0.973 0.642-1,-2.092-0.437 0,0.181 0.214 1,2.578 0.764-1,-0.216-0.354-2,-2.630-0.828 0,0.001 0.125-4,2.380 0.884 6,-0.309 0.007 2,-2.772-0.844-1,-0.311-0.054-1,2.448 0.708 0,0.359-0.110 0,0.526 0.342 1,0.622 0.648 1,-2.406-0.605-1,0.001 0.155-3,2.899 1.022 0,0.430-0.071 0,2.673 0.431 0,-0.529-0.825 2,-4.473-1.651 2,0.590-0.060-3,3.159 0.700-1,-0.108-0.113 4,-0.672-0.130 2,-1.042-0.136-1,-3.396-1.006-8,-0.676-0.384 0,-0.751-0.265 4,-0.784-0.168 3,-0.596-0.268 1,-0.436-0.333 2,3.286 0.644-3,-0.989-0.154 1,-3.963-0.697-1,0.057 0.366-1,3.828 1.247-1,0.052-0.119 2,-1.412-0.565-2,0.768 0.008-1,0.268 0.050 0,-0.098 0.075 1,-0.123-0.145-1,-0.131-0.296-1,-2.259-0.588 1,-0.340-0.022 0,-0.008-0.131 2,0.237-0.208 1,1.992 0.069-2,-0.208-0.376 1,-0.392-0.151 1,-0.510 0.017-2,1.374 0.171-2,-0.326-0.238 2,-3.745-0.517 1,-0.303 0.115 1,4.239 0.729-1,-2.551-0.312-1,5.031 0.820 1,1.004-0.084 1,-6.159-0.999-3,0.207 0.098 0,2.294 0.387-3,-0.112-0.071-1,4.210 0.471 4,-0.374-0.338 0,-4.190-0.634 1,0.408 0.070 1,2.573 0.265 1,0.135-0.129-1,-2.293-0.244-1,-0.054 0.133-1,2.156 0.329-1,-0.196-0.090 1,-2.230-0.424 1,0.149-0.167 1,2.341 0.236 0,-0.053 0.137-1,0.062-0.002 1,0.141-0.101-2,-0.849-0.016 1,0.975 0.104-1,0.793 0.183 2,0.630 0.234-2,6.409 0.857 0,0.181-0.105 0,-6.154-0.884-2,-0.429-0.205-2,-0.307-0.232 4,-0.207-0.242 0,2.573-0.077 1,-0.193-0.301 1,-2.846-0.378 3,-0.070-0.192-3,2.417-0.116-1,-0.451-0.188 0,-3.013-0.175 0,-0.426-0.097 0,2.401-0.080 1,0.228-0.078-1,-0.060-0.057 2,-0.263-0.037 0,0.075-0.023-1,0.315-0.012-3,2.471-0.017 0,-0.436 0.006 4,-4.015 0.036-2,0.707 0.009-1,6.551-0.009 0,0.846 0.017 3,-5.810 0.026 0,-0.219 0.009-1,-0.342 0.008-7,-0.421 0.008 1,-0.101 0.006 4,0.139 0.006-1,5.697 0.003 5,-0.140 0.006 1,-5.723 0.004-2,-0.135 0.002-4,2.618 0.002 1,-0.126 0.001 0,-2.608 0.000 1,0.273 0.000 1,5.532 0.001 0,-0.505-0.001-1,-3.893 0.000 0,1.440-0.001-1,4.654 0.000 0,1.057 0.000 3,0.408-0.001 0,-0.073-0.000-4,0.059-0.236-6,0.150-0.393 1,-3.504-0.113 6,0.009-0.117 1,3.281-0.195 2,-0.501-0.002-1,-3.743-0.013-2,-0.204-0.249 1,3.434-0.371 1,0.246-0.049 0,0.086 0.047 1,-0.031 0.111-2,-0.348-0.080 1,-0.559-0.216-2,-5.297 0.167-1,1.192-0.456 2,13.543-1.758 0,1.423-0.222 3,-7.682 0.798-1,0.593-0.151-2,5.318-0.718-10,0.985-0.192 2,5.335-1.059 4,0.173-0.613 4,-9.593 1.138 0,-0.334-0.159-2,3.886-0.647 0,-0.953 0.331 0,-1.368 0.491 2,-1.597 0.580 1,-1.451 0.383 3,-1.278 0.224-1,-4.271 0.543-1,-0.299-0.008 1,-0.561 0.109 3,-0.736 0.194-4,2.431-0.324 0,-0.874-0.020-1,-4.079 0.332-1,-1.129-0.131 0,-0.824-0.169 3,-0.564-0.190-1,1.644-0.748-1,-1.117-0.226 1,-0.725-0.190 5,-0.415-0.157-7,-0.171-0.360 0,0.008-0.488 2,-2.230 0.631 0,-0.057 0.130-2,2.318-0.806 0,0.258-0.290-1,0.302-0.164 0,0.315-0.067 1,0.314 0.006 1,0.296 0.058-2,4.176-1.241-1,0.766-0.186 1,-5.084 1.680 1,0.184 0.040-1,0.001 0.058 1,-0.136 0.070 1,7.521-2.637-5,-1.129-0.264 1,-8.051 2.431 4,-0.292-0.241 0,-0.280-0.132 0,-0.262-0.043 0,1.999-0.904-1,-0.369 0.135 1,-2.527 1.071 0,-0.236 0.163 0,2.152-0.895 0,0.134-0.162 0,2.149-0.910-1,-0.276 0.169 2,-5.797 2.086-2,0.514-0.530-1,8.224-4.018-1,0.731-0.264 3,-5.246 2.450 0,-0.398 0.183 0,2.202-0.818-5,-0.157 0.406-2,-0.312 0.212 5,-0.409 0.064 0,-2.668 1.159 7,-0.293 0.181-5,1.911-0.708-1,-0.342 0.301 0,-0.108 0.080 1,0.063-0.080 0,-0.292-0.190 1,-0.528-0.261-1,-1.467 0.544-1,0.250-0.231-1,0.366-0.269 0,0.438-0.289 2,2.654-1.272 1,0.111 0.090-1,1.912-0.808-5,-0.911 0.506 1,-4.903 2.442 2,-0.396 0.340 0,-0.450 0.131 1,-0.478-0.029 1,3.634-1.798 3,0.042 0.228-1,-4.035 1.987-1,-0.289 0.189-2,1.410-0.846 1,-0.488-0.163-2,-2.292 1.016 0,-0.664 0.331 1,3.392-1.735 3,-0.024 0.028-2,-1.773 0.687-1,-0.257-0.246 7,-1.722 0.779-7,-0.173-0.017-1,-0.316 0.026-2,-0.411 0.055 1,-1.561 0.904 3,-0.110 0.044-1,2.544-1.604 1,-0.049 0.119 0,-0.284 0.154 1,-0.436 0.173-1,-1.415 0.904-1,-0.099 0.110-1,-0.003 0.087 1,0.070 0.068 0,0.119 0.049 2,0.154 0.035-1,-0.005 0.022-1,-0.128 0.012 0,1.137-0.454-1,0.000 0.423 1,-1.331 0.838 0,-0.227 0.135-1,-0.453 0.063 2,-0.604 0.005 0,-0.516 0.143-1,-0.432 0.242 0,0.608-0.333 1,0.008 0.060 1,3.128-1.956 2,-3.220 1.666-3,-0.076-0.182-2,0.120 0.070 0,0.258 0.243 1,-0.930 0.583 0,-0.281 0.008 0,-0.224-0.053 0,-0.177-0.100-1,3.342-2.790 1,-1.885 1.139 2,0.379-0.217-1,2.478-1.473-2,-3.783 3.026 1,0.034 0.032-1,0.808-0.328 0,-0.062 0.340 0,0.128 0.183 2,0.259 0.060 0,-0.944 0.417-1,-0.285-0.085 0,-0.230-0.131 1,-0.183-0.158-2,0.779-0.722 1,0.232-0.201 0,-0.854 0.413 1,-0.260-0.137-1,-0.012 0.046 0,0.172 0.180-1,1.674-0.950 0,0.029 0.093 0,2.185-1.068 3,-2.575 1.819-2,-0.589 0.090 0,3.207-2.242 0,0.450-0.480 3,-4.639 3.050-3,0.063-0.185 0,1.494-1.071-1,-0.033 0.284 0,2.525-1.361 0,-1.664 1.357 1,0.140-0.108 0,0.250-0.093 1,0.307-0.080-2,-0.389 0.249 0,0.232 0.010 1,-0.952 0.559-1,-0.048-0.043 1,-0.102-0.067-1,-0.137-0.084 1,0.730-0.717 1,-0.257-0.089-3,-2.051 1.213 2,-0.359-0.060 1,0.402-0.747-1,-0.278-0.094 0,-0.200 0.098 1,-0.132 0.240-1,0.765-0.183 1,0.319 0.527 1,4.566-2.378-1,-4.895 3.277-1,0.058-0.048 0,0.791-0.587-1,-0.017-0.155 1,2.430-2.256 0,-2.377 1.114 0,0.180-0.222-1,2.164-1.956 1,-3.414 2.996 1,0.051 0.183-1,0.769-0.208-1,-0.004 0.463 0,-0.041 0.272 1,-0.066 0.124 0,4.783-2.589 2,-4.926 2.650-2,0.118-0.468 1,0.658-1.053-1,-0.406-0.374-1,-0.997 0.457 0,-0.189-0.155 0,0.048-0.118 0,0.224-0.088 1,1.642-1.754 0,0.816-0.640 1,-0.580 0.502-1,0.199-0.438-1,0.252-0.236 0,0.285-0.081 0,1.479-1.293-2,0.320-0.176 0,-2.216 2.220 2,0.188-0.151 1,2.848-2.732 0,0.260-0.248-1,1.517-1.186 0,0.017 0.435 0,-2.743 2.812 1,-0.026 0.403 0,-1.452 1.126-1,-0.174-0.203 0,1.173-1.278 2,-0.033-0.005 0,1.280-1.010 1,0.014 0.291-1,-0.229 0.149-2,-0.393 0.040 1,-1.378 1.222 0,-0.075 0.199 0,0.928-0.728 0,-0.341 0.346 1,-0.410 0.600 0,-0.443 0.756 0,-2.186 1.745-1,-0.211 0.010 0,1.707-1.487 1,0.087 0.034 2,0.841-0.652 0,-0.211 0.146-3,-1.914 1.529 0,-0.169 0.076-1,0.027 0.051 0,0.175 0.027 1,-0.768 0.678 1,0.055-0.020-1,1.792-1.421 1,-0.045-0.031-1,-0.960 0.869 0,-0.105 0.302-1,2.480-1.504 1,-0.753 0.679 0,-0.882 0.637 0,-0.889 0.560 1,2.113-0.892 1,-2.234 1.660-2,1.276-0.398 4,1.696 0.143-1,-0.580 0.459-4,-1.256-0.246 0,2.859-3.546 0,-1.526-0.191 1,-1.185 1.598 0,-0.111 1.165-1,2.136-0.820 2,1.194 0.093-1,-2.277 1.568-1,-0.894-0.749 1,-0.430 0.086 3,-0.504-0.331-1,-3.772-1.297-2,-2.908-1.266 1,0.596-0.491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2:01"/>
    </inkml:context>
    <inkml:brush xml:id="br0">
      <inkml:brushProperty name="width" value="0.0529194456206428" units="cm"/>
      <inkml:brushProperty name="height" value="0.0529194456206428" units="cm"/>
      <inkml:brushProperty name="color" value="#7030a0"/>
      <inkml:brushProperty name="ignorePressure" value="0"/>
    </inkml:brush>
  </inkml:definitions>
  <inkml:trace contextRef="#ctx0" brushRef="#br0">10425.000 8315.000 767,'6.204'0.000'0,"0.726"0.000"-4,-0.623 0.000 3,2.332 0.000-1,1.653 0.000 0,1.822 0.000-2,-5.666 0.000 4,0.108 0.000-1,0.027 0.000 0,1.127 0.000 0,0.240 0.000 0,0.608 0.000 0,-0.327 0.000 2,-0.494 0.000 1,3.844 0.000-3,-1.850 0.498 0,2.051 0.979 4,0.053 0.350-1,-5.153-0.779-3,-0.127-0.059 0,0.071 0.147 1,0.210 0.286 0,1.623 0.755 0,-0.493 0.278 1,-0.719 0.182-2,-0.809 0.106 0,0.699 0.372 1,2.931 0.695 0,-3.476-1.847 3,2.536-0.176 0,1.156-0.655-3,-1.569-0.678 0,-1.820-0.395-1,-0.815-0.201 1,2.219-0.147 2,-0.669 0.089 0,0.321 0.148-3,-1.611 0.563 1,-3.145 4.602 1,-7.508-0.679 0,-2.244-4.503 0,-0.876 0.039-2,0.023 4.039 1,3.908 2.256 0,-1.614-1.001-1,-1.248-1.500 1,-0.668 1.024-1,1.417-0.357 2,0.426-0.371-1,-1.732 1.298-1,0.307 0.621-1,1.938-0.103 1,-0.407 0.321 2,-1.798-2.057 2,-0.408-0.237-2,1.592-1.657-2,-1.109 0.768 0,-2.147 2.132-1,4.063-1.617 1,-2.649 3.173 0,0.867 0.484-1,0.640 1.181 2,1.130-1.293 1,-1.054-0.762-1,0.645-2.364 4,0.380 0.281-4,-0.681 1.396 1,0.602-0.979-2,0.017-0.863 0,-0.921 2.601 2,2.804-1.111 0,-1.125 1.001-1,0.632 0.925 0,1.143-0.095 0,0.762 1.110-1,1.204-1.641 1,0.667-0.464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2:16"/>
    </inkml:context>
    <inkml:brush xml:id="br0">
      <inkml:brushProperty name="width" value="0.0529194456206428" units="cm"/>
      <inkml:brushProperty name="height" value="0.0529194456206428" units="cm"/>
      <inkml:brushProperty name="color" value="#1b7ccb"/>
      <inkml:brushProperty name="ignorePressure" value="0"/>
    </inkml:brush>
  </inkml:definitions>
  <inkml:trace contextRef="#ctx0" brushRef="#br0">6252.000 8420.000 767,'6.050'0.000'0,"1.971"0.000"-3,-1.153 0.000 2,0.933 0.000-2,0.071 0.000 4,-0.251 0.000-1,-0.534 0.000 0,0.957 0.000 0,0.193 0.000 0,-1.658 0.000-1,2.685 0.000 1,-0.753 0.000 1,-0.877 0.000-2,-0.193 0.000-1,0.965 0.000 4,-1.810 0.000-1,1.351 0.000-1,-0.858 0.000 1,0.537 0.000-2,-0.353 0.000 2,0.069 0.000-3,-0.853 0.000 4,-0.320 0.000-3,0.806 0.000 1,-0.110 0.000 2,0.588 0.000-4,-0.394 0.000 2,0.205 0.000-1,-0.028 0.000 3,-0.786 0.000 0,-12.836 0.000 0,-1.218 0.000-5,0.412 0.000 3,0.342 0.000-2,0.575 0.000 1,-1.121 0.000 1,0.429 0.000 1,0.907 0.000-1,-0.510 0.000 0,-0.685 0.000 0,-0.886 0.000 1,-0.015 0.000-3,0.335 0.000 2,0.267 0.000 0,0.995 0.000 1,0.051 0.000 0,-0.413 0.000-1,-0.365 0.000-1,-0.525 0.000 1,1.466 0.000 0,-0.966 0.000 0,-0.565 0.000 1,1.303 0.000-1,0.481 0.000 0,-0.122 0.000 0,-1.112 0.000 0,2.005 2.830 0,-0.579 0.878 1,0.014-2.253-2,-0.181-1.175 1,-0.726-0.318-1,-1.020-0.106 1,1.513 0.061 1,12.610 0.075-2,0.193 0.008 3,0.626 0.000-3,0.492 0.000 1,-1.478 0.000-1,0.244 0.000 0,1.599 0.000 3,-0.731 0.000-2,-0.231 0.000-1,0.539 0.000 1,-1.184 0.000 1,-0.160 0.000-2,0.400 0.000 1,0.774 0.000 1,-0.860 0.000-2,0.418 0.000 1,-0.293 0.000 1,-0.121 0.000-2,0.652 0.000 0,0.491 0.000 2,-0.476 0.000-2,-0.603 0.000 0,0.507 0.000 1,0.335 0.000 0,-1.407 0.000 0,-0.017 0.000-1,0.938 0.000 3,0.674 0.000 0,0.657 0.000-3,-1.923 0.000 0,-0.305 0.000 0,1.391 0.000 1,0.425 0.000 1,-1.423 0.000 1,2.193 0.000-4,-2.241 0.000 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2:19"/>
    </inkml:context>
    <inkml:brush xml:id="br0">
      <inkml:brushProperty name="width" value="0.0529194456206428" units="cm"/>
      <inkml:brushProperty name="height" value="0.0529194456206428" units="cm"/>
      <inkml:brushProperty name="color" value="#1b7ccb"/>
      <inkml:brushProperty name="ignorePressure" value="0"/>
    </inkml:brush>
  </inkml:definitions>
  <inkml:trace contextRef="#ctx0" brushRef="#br0">7172.000 8204.000 767,'6.107'0.000'0,"-0.050"-0.536"-3,-0.384-4.643 2,0.807 0.617-1,0.107 0.882 1,-0.739 0.711 1,0.575-0.724-1,1.154-0.041 0,1.115-0.206 0,0.970-0.386 0,1.617-0.794-1,-4.563 2.026 1,0.360-0.201 0,0.303-0.175 0,-0.871 0.385 0,0.184-0.110 0,2.923-1.070-1,0.795 0.199 1,-2.347 1.097 1,0.197 0.037 0,3.205-0.979 0,0.348-0.003-1,-1.281 0.485-1,0.199-0.025 1,0.051-0.039 1,-0.062-0.046 0,-1.426 0.468 0,0.261-0.055-1,1.814-0.610 0,0.044-0.078 1,0.055-0.063 1,0.060-0.052-1,-0.083-0.042-1,-0.185-0.032 0,1.461-0.792 1,-0.139-0.307 0,-1.813 0.653 0,-0.280 0.174 0,-0.011 0.139 1,0.192 0.109-1,0.190 0.083 0,0.184 0.059 0,-1.450 0.479 2,0.162-0.182-2,2.025-0.807-1,0.452-0.141 0,7.017-2.626 1,0.135-0.128-1,-0.352 0.025-1,-0.630 0.119 0,-3.731 1.711 0,-2.974 1.062 0,4.880-1.636-1,0.669 0.156 0,0.418 0.199 9,0.220 0.220 0,-2.183 0.850-10,0.048 0.149 0,-0.098 0.128 3,-0.205 0.106 1,-2.306 0.663 0,0.000 0.039 0,0.180 0.016 1,0.319-0.002-1,2.844-0.744 1,0.552-0.258 1,0.522-0.321-2,0.476-0.354-1,0.285-0.224-1,0.127-0.117 1,2.836-0.830-2,0.080 0.080 1,-2.964 0.617 1,-0.449-0.353 0,-0.264-0.048 2,-0.113 0.183-1,-2.614 0.986 0,-0.053 0.139 0,2.609-0.612 1,0.186 0.180 1,0.220 0.176-1,0.240 0.168-1,2.539-0.486 0,-0.450 0.205 0,-2.785 0.789-1,-0.099 0.124 0,-0.123-0.044 1,-0.136-0.169-1,9.206-2.290 4,0.545 0.324-2,0.431 0.557-1,0.326 0.654-1,-7.005 1.519-3,-0.523 0.188 0,-5.233 1.030 1,-0.030 0.195 0,7.908-0.634-1,0.409 0.492 10,-7.779 0.893 5,-0.034 0.015-8,0.307 0.050-3,0.571 0.077 0,3.590-0.236-2,0.818-0.099 0,1.165-0.303 3,1.386-0.443 0,1.355-0.246-4,1.283-0.087 0,0.896-0.112 0,0.571-0.124 0,4.113-0.406-1,-0.382 0.173 0,-4.336 0.611 2,-0.441 0.252 0,-0.843 0.127 1,-1.114 0.032 1,-1.130 0.102 2,-1.104 0.153 0,-0.899 0.039 0,-0.713-0.047 0,-3.320 0.304 1,-0.240 0.064 2,2.525-0.139-1,-0.337 0.156-2,-0.216 0.028-1,-0.122-0.069-1,-0.331 0.007 0,-0.478 0.062 1,1.999-0.462-1,-0.580-0.457 0,-2.706 0.145 0,-0.097-0.037 0,-0.090 0.057 2,-0.083 0.124 0,0.069 0.027-2,0.182-0.047 0,2.330-0.255 0,-0.352 0.155 1,-4.748 0.692-1,0.082 0.138 0,11.285-0.637-2,0.271 0.448 3,-0.111 0.413 0,-0.342 0.355-1,-11.133 0.469-3,-0.374 0.084 1,1.795 0.051-1,-0.457 0.086 0,-0.445 0.071 0,-0.421 0.057 0,-0.385 0.045 13,-0.345 0.033 2,1.684 0.035-12,-0.097 0.021 1,-2.010-0.004 0,-0.145 0.004 0,1.637 0.010 0,-0.234-0.005-2,-0.264-0.007 0,-0.274-0.010 2,-3.535-0.022-1,-0.066-0.007 1,1.518 0.000-1,-0.229-0.007 0,0.000-0.006 1,0.173-0.007-1,0.006-0.004 1,-0.118-0.005-1,-0.064 0.140 1,-0.018 0.245-1,-0.130 0.167-1,-0.209 0.106 0,-0.115 0.344 2,-0.041 0.508 0,-1.625 0.022-1,-0.104 0.147-1,1.498 0.378 2,0.053-0.005 0,0.093-0.075-1,0.119-0.130-1,-0.010-0.020 2,-0.106 0.064-1,0.114-0.021 0,0.276-0.084-1,0.096-0.128 1,-0.040-0.155-1,0.003-0.028 2,0.035 0.072-1,1.477 0.218-1,-0.297-0.087 0,-1.709-0.320 2,-0.078-0.130 0,-0.149 0.001-2,-0.196 0.102 1,-0.226 0.027 1,-0.237-0.029 0,-1.456-0.243-1,0.045-0.070 0,1.418 0.204 1,-0.033 0.125-1,-0.086 0.045 1,-0.122-0.018 0,0.001-0.064-2,0.092-0.094 1,0.012 0.030 0,-0.048 0.120 0,0.199 0.041 0,0.375-0.021 1,5.670 0.712-2,-0.080 0.001 1,-0.513-0.009-1,-0.737-0.013-1,-2.877-0.413 1,0.230 0.172-1,-2.848-0.443 1,0.157-0.022 0,1.647 0.301 2,-0.003 0.137 4,1.779 0.307-3,0.339-0.065-5,-1.598-0.369 3,-0.112-0.143 0,-0.052-0.019 0,-0.007 0.074-1,-0.117-0.001 0,-0.193-0.059 1,1.406 0.278 0,-0.103 0.143 2,-1.715-0.237-2,-0.238-0.057-1,1.115 0.104 3,-0.391-0.179-2,-1.528-0.210 0,-0.032 0.086-1,-0.070 0.012 3,-0.098-0.046-1,-0.114-0.086 0,-0.120-0.112-1,-0.124 0.015 0,-0.119 0.110 0,1.276 0.239 0,0.126-0.044 0,-1.261-0.277 1,-0.033-0.105-1,1.184 0.008 0,-0.139-0.170 0,-1.367-0.112-1,-0.122 0.124 1,-0.102 0.054 0,-0.084 0.003 1,1.073 0.105-1,-0.120-0.090 1,-1.239-0.228-1,-0.073-0.097 0,1.050 0.166 1,-0.080 0.184-1,-1.165-0.081 0,-0.038 0.007 0,2.135 0.247 0,-0.113-0.115 0,-1.793-0.352 0,0.111-0.096 0,-0.057 0.045 1,-0.180 0.150-1,-0.123 0.079 0,-0.072 0.022 0,-0.181-0.020 0,-0.251-0.051 0,-0.154-0.074-1,-0.073-0.087 2,-0.010 0.051-1,0.034 0.151 0,-0.074 0.078 1,-0.153 0.018 0,-0.066-0.025-1,0.005-0.058 0,-0.086-0.080-1,-0.154-0.093 1,0.641-0.011 1,-0.321-0.132-1,4.158 0.237 0,-0.405-0.333 1,-0.058 0.274 1,-0.321 0.507-1,-1.735-0.103-2,2.335 0.294 1,-1.775-0.443 1,0.781-0.185 0,-1.565-0.384-1,0.322-0.213 0,0.600-0.163 1,0.219 0.422-1,-1.305 0.405-2,1.285 0.399 2,-0.138-0.034 0,-0.201-0.191 0,0.323-0.255 0,0.503-0.260 1,-2.612-0.353-1,-0.103-0.098-1,-0.221-0.080 0,-0.282-0.061 1,-0.298-0.045 0,1.974-0.028-1,0.144-0.037-1,0.513-0.015 5,0.767 0.680 0,-1.469 0.599-4,0.311 0.199 1,-1.073-0.252 1,3.776 0.285-2,-2.161-0.605 1,1.839-0.196 0,-3.379-0.391 0,-0.335-0.103-1,-0.472-0.077 0,-0.510-0.055 2,2.362-0.040-2,-0.559-0.052 0,-1.302-0.020 5,-0.111-0.006-2,-0.303 0.044-1,1.777 0.027 1,-0.274 0.012-4,-1.257-0.001 2,0.088-0.001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13T16:42:22"/>
    </inkml:context>
    <inkml:brush xml:id="br0">
      <inkml:brushProperty name="width" value="0.0529194456206428" units="cm"/>
      <inkml:brushProperty name="height" value="0.0529194456206428" units="cm"/>
      <inkml:brushProperty name="color" value="#1b7ccb"/>
      <inkml:brushProperty name="ignorePressure" value="0"/>
    </inkml:brush>
  </inkml:definitions>
  <inkml:trace contextRef="#ctx0" brushRef="#br0">11172.000 7764.000 767,'6.083'0.000'0,"1.272"1.579"-3,-0.723 0.865 2,1.019 0.570-2,-1.005-0.089 2,0.752 1.671-1,-2.363-1.135 2,2.411 2.344 2,0.075 0.665-2,-1.534-1.092-1,0.066-0.753-1,1.482 0.159 1,-0.127-0.709 4,0.180 0.057-5,-0.924-0.161 1,-0.771-0.871 3,-0.430 0.249 0,0.185 0.827 0,-1.285 0.541-2,0.203 0.784 0,-0.336-0.704-1,0.636-0.616 1,0.986-2.076 0,-5.744 4.126 3,-0.099-0.188-3,-5.719-3.446 1,-1.067-2.629-2,-1.124 0.649 0,1.354 2.038 0,1.055 2.013 1,0.103-0.183 0,-0.987-0.517 1,2.565 1.885-1,-0.003 0.572 0,-0.640-1.339-1,-1.255-1.930 0,-4.185 0.945 1,0.819-0.888-1,2.519-0.720 1,0.742-0.100-2,-1.199 0.082 3,0.570-0.185 0,-2.027 1.421-1,1.199 0.129 0,1.493-0.190-1,1.414 0.628 0,0.098 1.755 3,-0.550-1.965 1,-1.321-1.179-3,0.007 0.084 1,-0.306-0.967-3,-0.081-1.251 2,0.501-0.606 1,-1.457-0.194-2</inkml:trace>
</inkml:ink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4" Type="http://schemas.openxmlformats.org/officeDocument/2006/relationships/slideLayout" Target="../slideLayouts/slideLayout6.xml"/><Relationship Id="rId73" Type="http://schemas.openxmlformats.org/officeDocument/2006/relationships/tags" Target="../tags/tag89.xml"/><Relationship Id="rId72" Type="http://schemas.openxmlformats.org/officeDocument/2006/relationships/image" Target="../media/image28.png"/><Relationship Id="rId71" Type="http://schemas.openxmlformats.org/officeDocument/2006/relationships/customXml" Target="../ink/ink18.xml"/><Relationship Id="rId70" Type="http://schemas.openxmlformats.org/officeDocument/2006/relationships/image" Target="../media/image27.png"/><Relationship Id="rId7" Type="http://schemas.openxmlformats.org/officeDocument/2006/relationships/tags" Target="../tags/tag69.xml"/><Relationship Id="rId69" Type="http://schemas.openxmlformats.org/officeDocument/2006/relationships/customXml" Target="../ink/ink17.xml"/><Relationship Id="rId68" Type="http://schemas.openxmlformats.org/officeDocument/2006/relationships/image" Target="../media/image26.png"/><Relationship Id="rId67" Type="http://schemas.openxmlformats.org/officeDocument/2006/relationships/customXml" Target="../ink/ink16.xml"/><Relationship Id="rId66" Type="http://schemas.openxmlformats.org/officeDocument/2006/relationships/image" Target="../media/image25.png"/><Relationship Id="rId65" Type="http://schemas.openxmlformats.org/officeDocument/2006/relationships/customXml" Target="../ink/ink15.xml"/><Relationship Id="rId64" Type="http://schemas.openxmlformats.org/officeDocument/2006/relationships/image" Target="../media/image24.png"/><Relationship Id="rId63" Type="http://schemas.openxmlformats.org/officeDocument/2006/relationships/customXml" Target="../ink/ink14.xml"/><Relationship Id="rId62" Type="http://schemas.openxmlformats.org/officeDocument/2006/relationships/image" Target="../media/image23.png"/><Relationship Id="rId61" Type="http://schemas.openxmlformats.org/officeDocument/2006/relationships/customXml" Target="../ink/ink13.xml"/><Relationship Id="rId60" Type="http://schemas.openxmlformats.org/officeDocument/2006/relationships/image" Target="../media/image22.png"/><Relationship Id="rId6" Type="http://schemas.openxmlformats.org/officeDocument/2006/relationships/tags" Target="../tags/tag68.xml"/><Relationship Id="rId59" Type="http://schemas.openxmlformats.org/officeDocument/2006/relationships/customXml" Target="../ink/ink12.xml"/><Relationship Id="rId58" Type="http://schemas.openxmlformats.org/officeDocument/2006/relationships/image" Target="../media/image21.png"/><Relationship Id="rId57" Type="http://schemas.openxmlformats.org/officeDocument/2006/relationships/customXml" Target="../ink/ink11.xml"/><Relationship Id="rId56" Type="http://schemas.openxmlformats.org/officeDocument/2006/relationships/image" Target="../media/image20.png"/><Relationship Id="rId55" Type="http://schemas.openxmlformats.org/officeDocument/2006/relationships/customXml" Target="../ink/ink10.xml"/><Relationship Id="rId54" Type="http://schemas.openxmlformats.org/officeDocument/2006/relationships/image" Target="../media/image19.png"/><Relationship Id="rId53" Type="http://schemas.openxmlformats.org/officeDocument/2006/relationships/customXml" Target="../ink/ink9.xml"/><Relationship Id="rId52" Type="http://schemas.openxmlformats.org/officeDocument/2006/relationships/image" Target="../media/image18.png"/><Relationship Id="rId51" Type="http://schemas.openxmlformats.org/officeDocument/2006/relationships/customXml" Target="../ink/ink8.xml"/><Relationship Id="rId50" Type="http://schemas.openxmlformats.org/officeDocument/2006/relationships/image" Target="../media/image17.png"/><Relationship Id="rId5" Type="http://schemas.openxmlformats.org/officeDocument/2006/relationships/tags" Target="../tags/tag67.xml"/><Relationship Id="rId49" Type="http://schemas.openxmlformats.org/officeDocument/2006/relationships/customXml" Target="../ink/ink7.xml"/><Relationship Id="rId48" Type="http://schemas.openxmlformats.org/officeDocument/2006/relationships/image" Target="../media/image16.png"/><Relationship Id="rId47" Type="http://schemas.openxmlformats.org/officeDocument/2006/relationships/customXml" Target="../ink/ink6.xml"/><Relationship Id="rId46" Type="http://schemas.openxmlformats.org/officeDocument/2006/relationships/image" Target="../media/image15.png"/><Relationship Id="rId45" Type="http://schemas.openxmlformats.org/officeDocument/2006/relationships/customXml" Target="../ink/ink5.xml"/><Relationship Id="rId44" Type="http://schemas.openxmlformats.org/officeDocument/2006/relationships/image" Target="../media/image14.png"/><Relationship Id="rId43" Type="http://schemas.openxmlformats.org/officeDocument/2006/relationships/customXml" Target="../ink/ink4.xml"/><Relationship Id="rId42" Type="http://schemas.openxmlformats.org/officeDocument/2006/relationships/image" Target="../media/image13.png"/><Relationship Id="rId41" Type="http://schemas.openxmlformats.org/officeDocument/2006/relationships/customXml" Target="../ink/ink3.xml"/><Relationship Id="rId40" Type="http://schemas.openxmlformats.org/officeDocument/2006/relationships/image" Target="../media/image12.png"/><Relationship Id="rId4" Type="http://schemas.openxmlformats.org/officeDocument/2006/relationships/tags" Target="../tags/tag66.xml"/><Relationship Id="rId39" Type="http://schemas.openxmlformats.org/officeDocument/2006/relationships/customXml" Target="../ink/ink2.xml"/><Relationship Id="rId38" Type="http://schemas.openxmlformats.org/officeDocument/2006/relationships/image" Target="../media/image11.png"/><Relationship Id="rId37" Type="http://schemas.openxmlformats.org/officeDocument/2006/relationships/customXml" Target="../ink/ink1.xml"/><Relationship Id="rId36" Type="http://schemas.openxmlformats.org/officeDocument/2006/relationships/image" Target="../media/image10.svg"/><Relationship Id="rId35" Type="http://schemas.openxmlformats.org/officeDocument/2006/relationships/image" Target="../media/image9.png"/><Relationship Id="rId34" Type="http://schemas.openxmlformats.org/officeDocument/2006/relationships/tags" Target="../tags/tag88.xml"/><Relationship Id="rId33" Type="http://schemas.openxmlformats.org/officeDocument/2006/relationships/image" Target="../media/image8.svg"/><Relationship Id="rId32" Type="http://schemas.openxmlformats.org/officeDocument/2006/relationships/image" Target="../media/image7.png"/><Relationship Id="rId31" Type="http://schemas.openxmlformats.org/officeDocument/2006/relationships/tags" Target="../tags/tag87.xml"/><Relationship Id="rId30" Type="http://schemas.openxmlformats.org/officeDocument/2006/relationships/tags" Target="../tags/tag86.xml"/><Relationship Id="rId3" Type="http://schemas.openxmlformats.org/officeDocument/2006/relationships/tags" Target="../tags/tag65.xml"/><Relationship Id="rId29" Type="http://schemas.openxmlformats.org/officeDocument/2006/relationships/image" Target="../media/image6.svg"/><Relationship Id="rId28" Type="http://schemas.openxmlformats.org/officeDocument/2006/relationships/image" Target="../media/image5.png"/><Relationship Id="rId27" Type="http://schemas.openxmlformats.org/officeDocument/2006/relationships/tags" Target="../tags/tag85.xml"/><Relationship Id="rId26" Type="http://schemas.openxmlformats.org/officeDocument/2006/relationships/image" Target="../media/image4.svg"/><Relationship Id="rId25" Type="http://schemas.openxmlformats.org/officeDocument/2006/relationships/image" Target="../media/image3.png"/><Relationship Id="rId24" Type="http://schemas.openxmlformats.org/officeDocument/2006/relationships/tags" Target="../tags/tag84.xml"/><Relationship Id="rId23" Type="http://schemas.openxmlformats.org/officeDocument/2006/relationships/image" Target="../media/image2.svg"/><Relationship Id="rId22" Type="http://schemas.openxmlformats.org/officeDocument/2006/relationships/image" Target="../media/image1.png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59150" y="218510"/>
            <a:ext cx="10969200" cy="705600"/>
          </a:xfrm>
        </p:spPr>
        <p:txBody>
          <a:bodyPr/>
          <a:lstStyle/>
          <a:p>
            <a:r>
              <a:rPr lang="en-US" altLang="zh-CN" b="1"/>
              <a:t>NLP</a:t>
            </a:r>
            <a:r>
              <a:rPr lang="zh-CN" altLang="en-US" b="1"/>
              <a:t>的预训练技术发展史</a:t>
            </a:r>
            <a:endParaRPr lang="zh-CN" altLang="en-US" b="1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695960" y="1503045"/>
            <a:ext cx="3118485" cy="1094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>
                <a:solidFill>
                  <a:schemeClr val="accent2">
                    <a:lumMod val="75000"/>
                  </a:schemeClr>
                </a:solidFill>
                <a:latin typeface="+mn-ea"/>
                <a:cs typeface="+mn-ea"/>
              </a:rPr>
              <a:t>静态词向量</a:t>
            </a:r>
            <a:endParaRPr lang="zh-CN" altLang="en-US" sz="1200">
              <a:solidFill>
                <a:schemeClr val="accent2">
                  <a:lumMod val="7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chemeClr val="accent3">
                    <a:lumMod val="75000"/>
                  </a:schemeClr>
                </a:solidFill>
                <a:latin typeface="+mn-ea"/>
                <a:cs typeface="+mn-ea"/>
              </a:rPr>
              <a:t>CBOW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/ Skip-gram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学习词语语义关系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优点：简单高效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缺点：</a:t>
            </a:r>
            <a:r>
              <a:rPr lang="zh-CN" altLang="en-US" sz="1200" b="1">
                <a:solidFill>
                  <a:schemeClr val="accent2">
                    <a:lumMod val="75000"/>
                  </a:schemeClr>
                </a:solidFill>
                <a:latin typeface="+mn-ea"/>
                <a:cs typeface="+mn-ea"/>
              </a:rPr>
              <a:t>无法解决多义词</a:t>
            </a:r>
            <a:endParaRPr lang="zh-CN" altLang="en-US" sz="1200" b="1">
              <a:solidFill>
                <a:schemeClr val="accent2">
                  <a:lumMod val="7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096900" y="2693256"/>
            <a:ext cx="2556000" cy="3162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</a:rPr>
              <a:t>word2vec </a:t>
            </a:r>
            <a:endParaRPr lang="en-US" altLang="zh-CN" sz="16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4536440" y="1497965"/>
            <a:ext cx="3118485" cy="1094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rgbClr val="C00000"/>
                </a:solidFill>
                <a:latin typeface="+mn-ea"/>
                <a:cs typeface="+mn-ea"/>
              </a:rPr>
              <a:t>Transformer Decoder</a:t>
            </a:r>
            <a:endParaRPr lang="en-US" altLang="zh-CN" sz="1200" b="1">
              <a:solidFill>
                <a:srgbClr val="C00000"/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>
                <a:solidFill>
                  <a:schemeClr val="accent4">
                    <a:lumMod val="75000"/>
                  </a:schemeClr>
                </a:solidFill>
                <a:latin typeface="+mn-ea"/>
                <a:cs typeface="+mn-ea"/>
              </a:rPr>
              <a:t>自回归生成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Pretrain + Finetune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优点：生成能力强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缺点：</a:t>
            </a:r>
            <a:r>
              <a:rPr lang="zh-CN" altLang="en-US" sz="1200" b="1">
                <a:solidFill>
                  <a:schemeClr val="accent4">
                    <a:lumMod val="75000"/>
                  </a:schemeClr>
                </a:solidFill>
                <a:latin typeface="+mn-ea"/>
                <a:cs typeface="+mn-ea"/>
              </a:rPr>
              <a:t>只能看前文</a:t>
            </a:r>
            <a:endParaRPr lang="zh-CN" altLang="en-US" sz="1200" b="1">
              <a:solidFill>
                <a:schemeClr val="accent4">
                  <a:lumMod val="7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4819237" y="2693256"/>
            <a:ext cx="2556000" cy="3162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 GPT</a:t>
            </a:r>
            <a:endParaRPr lang="zh-CN" altLang="en-US" sz="16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2676525" y="4778375"/>
            <a:ext cx="3118485" cy="1094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chemeClr val="accent2">
                    <a:lumMod val="75000"/>
                  </a:schemeClr>
                </a:solidFill>
                <a:latin typeface="+mn-ea"/>
                <a:cs typeface="+mn-ea"/>
              </a:rPr>
              <a:t>动态词向量</a:t>
            </a:r>
            <a:endParaRPr lang="zh-CN" altLang="en-US" sz="1200" b="1">
              <a:solidFill>
                <a:schemeClr val="accent2">
                  <a:lumMod val="7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chemeClr val="accent4">
                    <a:lumMod val="75000"/>
                  </a:schemeClr>
                </a:solidFill>
                <a:latin typeface="+mn-ea"/>
                <a:cs typeface="+mn-ea"/>
              </a:rPr>
              <a:t>Bi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LSTM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引入上下文信息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优点：解决多义词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缺点：</a:t>
            </a:r>
            <a:r>
              <a:rPr lang="en-US" altLang="zh-CN" sz="1200" b="1">
                <a:solidFill>
                  <a:srgbClr val="C00000"/>
                </a:solidFill>
                <a:latin typeface="+mn-ea"/>
                <a:cs typeface="+mn-ea"/>
              </a:rPr>
              <a:t>LSTM </a:t>
            </a:r>
            <a:r>
              <a:rPr lang="zh-CN" altLang="en-US" sz="1200" b="1">
                <a:solidFill>
                  <a:srgbClr val="C00000"/>
                </a:solidFill>
                <a:latin typeface="+mn-ea"/>
                <a:cs typeface="+mn-ea"/>
              </a:rPr>
              <a:t>建模能力有限</a:t>
            </a:r>
            <a:endParaRPr lang="zh-CN" altLang="en-US" sz="1200" b="1">
              <a:solidFill>
                <a:srgbClr val="C00000"/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2957768" y="4427634"/>
            <a:ext cx="2556000" cy="3162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ELMo </a:t>
            </a:r>
            <a:endParaRPr lang="zh-CN" altLang="en-US" sz="16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8" name="矩形 27"/>
          <p:cNvSpPr/>
          <p:nvPr>
            <p:custDataLst>
              <p:tags r:id="rId8"/>
            </p:custDataLst>
          </p:nvPr>
        </p:nvSpPr>
        <p:spPr>
          <a:xfrm>
            <a:off x="6398260" y="4778375"/>
            <a:ext cx="3118485" cy="1094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chemeClr val="accent4">
                    <a:lumMod val="75000"/>
                  </a:schemeClr>
                </a:solidFill>
                <a:latin typeface="+mn-ea"/>
                <a:cs typeface="+mn-ea"/>
              </a:rPr>
              <a:t>双向 </a:t>
            </a:r>
            <a:r>
              <a:rPr lang="en-US" altLang="zh-CN" sz="1200" b="1">
                <a:solidFill>
                  <a:srgbClr val="C00000"/>
                </a:solidFill>
                <a:latin typeface="+mn-ea"/>
                <a:cs typeface="+mn-ea"/>
              </a:rPr>
              <a:t>Transformer</a:t>
            </a:r>
            <a:endParaRPr lang="zh-CN" altLang="en-US" sz="1200" b="1">
              <a:solidFill>
                <a:schemeClr val="accent4">
                  <a:lumMod val="7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chemeClr val="accent3">
                    <a:lumMod val="75000"/>
                  </a:schemeClr>
                </a:solidFill>
                <a:latin typeface="+mn-ea"/>
                <a:cs typeface="+mn-ea"/>
              </a:rPr>
              <a:t>Masked Language Model</a:t>
            </a:r>
            <a:endParaRPr lang="en-US" altLang="zh-CN" sz="1200" b="1">
              <a:solidFill>
                <a:schemeClr val="accent3">
                  <a:lumMod val="7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深度语义理解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>
                <a:solidFill>
                  <a:schemeClr val="accent4">
                    <a:lumMod val="75000"/>
                  </a:schemeClr>
                </a:solidFill>
                <a:latin typeface="+mn-ea"/>
                <a:cs typeface="+mn-ea"/>
              </a:rPr>
              <a:t>优点：理解能力强</a:t>
            </a:r>
            <a:endParaRPr lang="zh-CN" altLang="en-US" sz="1200" b="1">
              <a:solidFill>
                <a:schemeClr val="accent4">
                  <a:lumMod val="7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缺点：生成能力弱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9" name="矩形 28"/>
          <p:cNvSpPr/>
          <p:nvPr>
            <p:custDataLst>
              <p:tags r:id="rId9"/>
            </p:custDataLst>
          </p:nvPr>
        </p:nvSpPr>
        <p:spPr>
          <a:xfrm>
            <a:off x="6679502" y="4427634"/>
            <a:ext cx="2556000" cy="3162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BERT</a:t>
            </a:r>
            <a:endParaRPr lang="zh-CN" altLang="en-US" sz="16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34" name="任意多边形 33"/>
          <p:cNvSpPr/>
          <p:nvPr>
            <p:custDataLst>
              <p:tags r:id="rId10"/>
            </p:custDataLst>
          </p:nvPr>
        </p:nvSpPr>
        <p:spPr>
          <a:xfrm>
            <a:off x="1444625" y="3549333"/>
            <a:ext cx="1860550" cy="308610"/>
          </a:xfrm>
          <a:custGeom>
            <a:avLst/>
            <a:gdLst>
              <a:gd name="connsiteX0" fmla="*/ 0 w 1860550"/>
              <a:gd name="connsiteY0" fmla="*/ 77153 h 308610"/>
              <a:gd name="connsiteX1" fmla="*/ 572471 w 1860550"/>
              <a:gd name="connsiteY1" fmla="*/ 77153 h 308610"/>
              <a:gd name="connsiteX2" fmla="*/ 556895 w 1860550"/>
              <a:gd name="connsiteY2" fmla="*/ 154305 h 308610"/>
              <a:gd name="connsiteX3" fmla="*/ 572472 w 1860550"/>
              <a:gd name="connsiteY3" fmla="*/ 231458 h 308610"/>
              <a:gd name="connsiteX4" fmla="*/ 0 w 1860550"/>
              <a:gd name="connsiteY4" fmla="*/ 231458 h 308610"/>
              <a:gd name="connsiteX5" fmla="*/ 77153 w 1860550"/>
              <a:gd name="connsiteY5" fmla="*/ 154305 h 308610"/>
              <a:gd name="connsiteX6" fmla="*/ 1706245 w 1860550"/>
              <a:gd name="connsiteY6" fmla="*/ 0 h 308610"/>
              <a:gd name="connsiteX7" fmla="*/ 1860550 w 1860550"/>
              <a:gd name="connsiteY7" fmla="*/ 154305 h 308610"/>
              <a:gd name="connsiteX8" fmla="*/ 1706245 w 1860550"/>
              <a:gd name="connsiteY8" fmla="*/ 308610 h 308610"/>
              <a:gd name="connsiteX9" fmla="*/ 1706245 w 1860550"/>
              <a:gd name="connsiteY9" fmla="*/ 231458 h 308610"/>
              <a:gd name="connsiteX10" fmla="*/ 1290619 w 1860550"/>
              <a:gd name="connsiteY10" fmla="*/ 231458 h 308610"/>
              <a:gd name="connsiteX11" fmla="*/ 1306195 w 1860550"/>
              <a:gd name="connsiteY11" fmla="*/ 154305 h 308610"/>
              <a:gd name="connsiteX12" fmla="*/ 1290619 w 1860550"/>
              <a:gd name="connsiteY12" fmla="*/ 77153 h 308610"/>
              <a:gd name="connsiteX13" fmla="*/ 1706245 w 1860550"/>
              <a:gd name="connsiteY13" fmla="*/ 77153 h 30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60550" h="308610">
                <a:moveTo>
                  <a:pt x="0" y="77153"/>
                </a:moveTo>
                <a:lnTo>
                  <a:pt x="572471" y="77153"/>
                </a:lnTo>
                <a:lnTo>
                  <a:pt x="556895" y="154305"/>
                </a:lnTo>
                <a:lnTo>
                  <a:pt x="572472" y="231458"/>
                </a:lnTo>
                <a:lnTo>
                  <a:pt x="0" y="231458"/>
                </a:lnTo>
                <a:lnTo>
                  <a:pt x="77153" y="154305"/>
                </a:lnTo>
                <a:close/>
                <a:moveTo>
                  <a:pt x="1706245" y="0"/>
                </a:moveTo>
                <a:lnTo>
                  <a:pt x="1860550" y="154305"/>
                </a:lnTo>
                <a:lnTo>
                  <a:pt x="1706245" y="308610"/>
                </a:lnTo>
                <a:lnTo>
                  <a:pt x="1706245" y="231458"/>
                </a:lnTo>
                <a:lnTo>
                  <a:pt x="1290619" y="231458"/>
                </a:lnTo>
                <a:lnTo>
                  <a:pt x="1306195" y="154305"/>
                </a:lnTo>
                <a:lnTo>
                  <a:pt x="1290619" y="77153"/>
                </a:lnTo>
                <a:lnTo>
                  <a:pt x="1706245" y="771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11"/>
            </p:custDataLst>
          </p:nvPr>
        </p:nvSpPr>
        <p:spPr>
          <a:xfrm>
            <a:off x="3305175" y="3549968"/>
            <a:ext cx="1860550" cy="308610"/>
          </a:xfrm>
          <a:custGeom>
            <a:avLst/>
            <a:gdLst>
              <a:gd name="connsiteX0" fmla="*/ 0 w 1860550"/>
              <a:gd name="connsiteY0" fmla="*/ 77153 h 308610"/>
              <a:gd name="connsiteX1" fmla="*/ 571073 w 1860550"/>
              <a:gd name="connsiteY1" fmla="*/ 77153 h 308610"/>
              <a:gd name="connsiteX2" fmla="*/ 555625 w 1860550"/>
              <a:gd name="connsiteY2" fmla="*/ 153670 h 308610"/>
              <a:gd name="connsiteX3" fmla="*/ 571330 w 1860550"/>
              <a:gd name="connsiteY3" fmla="*/ 231458 h 308610"/>
              <a:gd name="connsiteX4" fmla="*/ 0 w 1860550"/>
              <a:gd name="connsiteY4" fmla="*/ 231458 h 308610"/>
              <a:gd name="connsiteX5" fmla="*/ 77153 w 1860550"/>
              <a:gd name="connsiteY5" fmla="*/ 154305 h 308610"/>
              <a:gd name="connsiteX6" fmla="*/ 1706245 w 1860550"/>
              <a:gd name="connsiteY6" fmla="*/ 0 h 308610"/>
              <a:gd name="connsiteX7" fmla="*/ 1860550 w 1860550"/>
              <a:gd name="connsiteY7" fmla="*/ 154305 h 308610"/>
              <a:gd name="connsiteX8" fmla="*/ 1706245 w 1860550"/>
              <a:gd name="connsiteY8" fmla="*/ 308610 h 308610"/>
              <a:gd name="connsiteX9" fmla="*/ 1706245 w 1860550"/>
              <a:gd name="connsiteY9" fmla="*/ 231458 h 308610"/>
              <a:gd name="connsiteX10" fmla="*/ 1289221 w 1860550"/>
              <a:gd name="connsiteY10" fmla="*/ 231458 h 308610"/>
              <a:gd name="connsiteX11" fmla="*/ 1304925 w 1860550"/>
              <a:gd name="connsiteY11" fmla="*/ 153670 h 308610"/>
              <a:gd name="connsiteX12" fmla="*/ 1289477 w 1860550"/>
              <a:gd name="connsiteY12" fmla="*/ 77153 h 308610"/>
              <a:gd name="connsiteX13" fmla="*/ 1706245 w 1860550"/>
              <a:gd name="connsiteY13" fmla="*/ 77153 h 30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60550" h="308610">
                <a:moveTo>
                  <a:pt x="0" y="77153"/>
                </a:moveTo>
                <a:lnTo>
                  <a:pt x="571073" y="77153"/>
                </a:lnTo>
                <a:lnTo>
                  <a:pt x="555625" y="153670"/>
                </a:lnTo>
                <a:lnTo>
                  <a:pt x="571330" y="231458"/>
                </a:lnTo>
                <a:lnTo>
                  <a:pt x="0" y="231458"/>
                </a:lnTo>
                <a:lnTo>
                  <a:pt x="77153" y="154305"/>
                </a:lnTo>
                <a:close/>
                <a:moveTo>
                  <a:pt x="1706245" y="0"/>
                </a:moveTo>
                <a:lnTo>
                  <a:pt x="1860550" y="154305"/>
                </a:lnTo>
                <a:lnTo>
                  <a:pt x="1706245" y="308610"/>
                </a:lnTo>
                <a:lnTo>
                  <a:pt x="1706245" y="231458"/>
                </a:lnTo>
                <a:lnTo>
                  <a:pt x="1289221" y="231458"/>
                </a:lnTo>
                <a:lnTo>
                  <a:pt x="1304925" y="153670"/>
                </a:lnTo>
                <a:lnTo>
                  <a:pt x="1289477" y="77153"/>
                </a:lnTo>
                <a:lnTo>
                  <a:pt x="1706245" y="771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12"/>
            </p:custDataLst>
          </p:nvPr>
        </p:nvSpPr>
        <p:spPr>
          <a:xfrm>
            <a:off x="5165725" y="3549333"/>
            <a:ext cx="1860550" cy="308610"/>
          </a:xfrm>
          <a:custGeom>
            <a:avLst/>
            <a:gdLst>
              <a:gd name="connsiteX0" fmla="*/ 0 w 1860550"/>
              <a:gd name="connsiteY0" fmla="*/ 77153 h 308610"/>
              <a:gd name="connsiteX1" fmla="*/ 569932 w 1860550"/>
              <a:gd name="connsiteY1" fmla="*/ 77153 h 308610"/>
              <a:gd name="connsiteX2" fmla="*/ 554355 w 1860550"/>
              <a:gd name="connsiteY2" fmla="*/ 154305 h 308610"/>
              <a:gd name="connsiteX3" fmla="*/ 569932 w 1860550"/>
              <a:gd name="connsiteY3" fmla="*/ 231458 h 308610"/>
              <a:gd name="connsiteX4" fmla="*/ 0 w 1860550"/>
              <a:gd name="connsiteY4" fmla="*/ 231458 h 308610"/>
              <a:gd name="connsiteX5" fmla="*/ 77153 w 1860550"/>
              <a:gd name="connsiteY5" fmla="*/ 154305 h 308610"/>
              <a:gd name="connsiteX6" fmla="*/ 1706245 w 1860550"/>
              <a:gd name="connsiteY6" fmla="*/ 0 h 308610"/>
              <a:gd name="connsiteX7" fmla="*/ 1860550 w 1860550"/>
              <a:gd name="connsiteY7" fmla="*/ 154305 h 308610"/>
              <a:gd name="connsiteX8" fmla="*/ 1706245 w 1860550"/>
              <a:gd name="connsiteY8" fmla="*/ 308610 h 308610"/>
              <a:gd name="connsiteX9" fmla="*/ 1706245 w 1860550"/>
              <a:gd name="connsiteY9" fmla="*/ 231458 h 308610"/>
              <a:gd name="connsiteX10" fmla="*/ 1288079 w 1860550"/>
              <a:gd name="connsiteY10" fmla="*/ 231458 h 308610"/>
              <a:gd name="connsiteX11" fmla="*/ 1303655 w 1860550"/>
              <a:gd name="connsiteY11" fmla="*/ 154305 h 308610"/>
              <a:gd name="connsiteX12" fmla="*/ 1288079 w 1860550"/>
              <a:gd name="connsiteY12" fmla="*/ 77153 h 308610"/>
              <a:gd name="connsiteX13" fmla="*/ 1706245 w 1860550"/>
              <a:gd name="connsiteY13" fmla="*/ 77153 h 30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60550" h="308610">
                <a:moveTo>
                  <a:pt x="0" y="77153"/>
                </a:moveTo>
                <a:lnTo>
                  <a:pt x="569932" y="77153"/>
                </a:lnTo>
                <a:lnTo>
                  <a:pt x="554355" y="154305"/>
                </a:lnTo>
                <a:lnTo>
                  <a:pt x="569932" y="231458"/>
                </a:lnTo>
                <a:lnTo>
                  <a:pt x="0" y="231458"/>
                </a:lnTo>
                <a:lnTo>
                  <a:pt x="77153" y="154305"/>
                </a:lnTo>
                <a:close/>
                <a:moveTo>
                  <a:pt x="1706245" y="0"/>
                </a:moveTo>
                <a:lnTo>
                  <a:pt x="1860550" y="154305"/>
                </a:lnTo>
                <a:lnTo>
                  <a:pt x="1706245" y="308610"/>
                </a:lnTo>
                <a:lnTo>
                  <a:pt x="1706245" y="231458"/>
                </a:lnTo>
                <a:lnTo>
                  <a:pt x="1288079" y="231458"/>
                </a:lnTo>
                <a:lnTo>
                  <a:pt x="1303655" y="154305"/>
                </a:lnTo>
                <a:lnTo>
                  <a:pt x="1288079" y="77153"/>
                </a:lnTo>
                <a:lnTo>
                  <a:pt x="1706245" y="771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13"/>
            </p:custDataLst>
          </p:nvPr>
        </p:nvSpPr>
        <p:spPr>
          <a:xfrm>
            <a:off x="7026910" y="3549333"/>
            <a:ext cx="1860550" cy="308610"/>
          </a:xfrm>
          <a:custGeom>
            <a:avLst/>
            <a:gdLst>
              <a:gd name="connsiteX0" fmla="*/ 0 w 1860550"/>
              <a:gd name="connsiteY0" fmla="*/ 77153 h 308610"/>
              <a:gd name="connsiteX1" fmla="*/ 568027 w 1860550"/>
              <a:gd name="connsiteY1" fmla="*/ 77153 h 308610"/>
              <a:gd name="connsiteX2" fmla="*/ 552450 w 1860550"/>
              <a:gd name="connsiteY2" fmla="*/ 154305 h 308610"/>
              <a:gd name="connsiteX3" fmla="*/ 568027 w 1860550"/>
              <a:gd name="connsiteY3" fmla="*/ 231458 h 308610"/>
              <a:gd name="connsiteX4" fmla="*/ 0 w 1860550"/>
              <a:gd name="connsiteY4" fmla="*/ 231458 h 308610"/>
              <a:gd name="connsiteX5" fmla="*/ 77153 w 1860550"/>
              <a:gd name="connsiteY5" fmla="*/ 154305 h 308610"/>
              <a:gd name="connsiteX6" fmla="*/ 1706245 w 1860550"/>
              <a:gd name="connsiteY6" fmla="*/ 0 h 308610"/>
              <a:gd name="connsiteX7" fmla="*/ 1860550 w 1860550"/>
              <a:gd name="connsiteY7" fmla="*/ 154305 h 308610"/>
              <a:gd name="connsiteX8" fmla="*/ 1706245 w 1860550"/>
              <a:gd name="connsiteY8" fmla="*/ 308610 h 308610"/>
              <a:gd name="connsiteX9" fmla="*/ 1706245 w 1860550"/>
              <a:gd name="connsiteY9" fmla="*/ 231458 h 308610"/>
              <a:gd name="connsiteX10" fmla="*/ 1286174 w 1860550"/>
              <a:gd name="connsiteY10" fmla="*/ 231458 h 308610"/>
              <a:gd name="connsiteX11" fmla="*/ 1301750 w 1860550"/>
              <a:gd name="connsiteY11" fmla="*/ 154305 h 308610"/>
              <a:gd name="connsiteX12" fmla="*/ 1286174 w 1860550"/>
              <a:gd name="connsiteY12" fmla="*/ 77153 h 308610"/>
              <a:gd name="connsiteX13" fmla="*/ 1706245 w 1860550"/>
              <a:gd name="connsiteY13" fmla="*/ 77153 h 30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60550" h="308610">
                <a:moveTo>
                  <a:pt x="0" y="77153"/>
                </a:moveTo>
                <a:lnTo>
                  <a:pt x="568027" y="77153"/>
                </a:lnTo>
                <a:lnTo>
                  <a:pt x="552450" y="154305"/>
                </a:lnTo>
                <a:lnTo>
                  <a:pt x="568027" y="231458"/>
                </a:lnTo>
                <a:lnTo>
                  <a:pt x="0" y="231458"/>
                </a:lnTo>
                <a:lnTo>
                  <a:pt x="77153" y="154305"/>
                </a:lnTo>
                <a:close/>
                <a:moveTo>
                  <a:pt x="1706245" y="0"/>
                </a:moveTo>
                <a:lnTo>
                  <a:pt x="1860550" y="154305"/>
                </a:lnTo>
                <a:lnTo>
                  <a:pt x="1706245" y="308610"/>
                </a:lnTo>
                <a:lnTo>
                  <a:pt x="1706245" y="231458"/>
                </a:lnTo>
                <a:lnTo>
                  <a:pt x="1286174" y="231458"/>
                </a:lnTo>
                <a:lnTo>
                  <a:pt x="1301750" y="154305"/>
                </a:lnTo>
                <a:lnTo>
                  <a:pt x="1286174" y="77153"/>
                </a:lnTo>
                <a:lnTo>
                  <a:pt x="1706245" y="771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14"/>
            </p:custDataLst>
          </p:nvPr>
        </p:nvSpPr>
        <p:spPr>
          <a:xfrm>
            <a:off x="2042795" y="3362008"/>
            <a:ext cx="683895" cy="683895"/>
          </a:xfrm>
          <a:prstGeom prst="ellipse">
            <a:avLst/>
          </a:prstGeom>
          <a:solidFill>
            <a:schemeClr val="accent1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椭圆 17"/>
          <p:cNvSpPr/>
          <p:nvPr>
            <p:custDataLst>
              <p:tags r:id="rId15"/>
            </p:custDataLst>
          </p:nvPr>
        </p:nvSpPr>
        <p:spPr>
          <a:xfrm>
            <a:off x="3893820" y="3362008"/>
            <a:ext cx="683895" cy="683895"/>
          </a:xfrm>
          <a:prstGeom prst="ellipse">
            <a:avLst/>
          </a:prstGeom>
          <a:solidFill>
            <a:schemeClr val="accent1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>
            <p:custDataLst>
              <p:tags r:id="rId16"/>
            </p:custDataLst>
          </p:nvPr>
        </p:nvSpPr>
        <p:spPr>
          <a:xfrm>
            <a:off x="5753735" y="3362008"/>
            <a:ext cx="683895" cy="683895"/>
          </a:xfrm>
          <a:prstGeom prst="ellipse">
            <a:avLst/>
          </a:prstGeom>
          <a:solidFill>
            <a:schemeClr val="accent1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7"/>
            </p:custDataLst>
          </p:nvPr>
        </p:nvSpPr>
        <p:spPr>
          <a:xfrm>
            <a:off x="7614285" y="3362008"/>
            <a:ext cx="683895" cy="683895"/>
          </a:xfrm>
          <a:prstGeom prst="ellipse">
            <a:avLst/>
          </a:prstGeom>
          <a:solidFill>
            <a:schemeClr val="accent1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>
            <p:custDataLst>
              <p:tags r:id="rId18"/>
            </p:custDataLst>
          </p:nvPr>
        </p:nvSpPr>
        <p:spPr>
          <a:xfrm>
            <a:off x="8887460" y="3549333"/>
            <a:ext cx="1860550" cy="308610"/>
          </a:xfrm>
          <a:custGeom>
            <a:avLst/>
            <a:gdLst>
              <a:gd name="connsiteX0" fmla="*/ 0 w 1860550"/>
              <a:gd name="connsiteY0" fmla="*/ 77153 h 308610"/>
              <a:gd name="connsiteX1" fmla="*/ 574376 w 1860550"/>
              <a:gd name="connsiteY1" fmla="*/ 77153 h 308610"/>
              <a:gd name="connsiteX2" fmla="*/ 558800 w 1860550"/>
              <a:gd name="connsiteY2" fmla="*/ 154305 h 308610"/>
              <a:gd name="connsiteX3" fmla="*/ 574377 w 1860550"/>
              <a:gd name="connsiteY3" fmla="*/ 231458 h 308610"/>
              <a:gd name="connsiteX4" fmla="*/ 0 w 1860550"/>
              <a:gd name="connsiteY4" fmla="*/ 231458 h 308610"/>
              <a:gd name="connsiteX5" fmla="*/ 77153 w 1860550"/>
              <a:gd name="connsiteY5" fmla="*/ 154305 h 308610"/>
              <a:gd name="connsiteX6" fmla="*/ 1706245 w 1860550"/>
              <a:gd name="connsiteY6" fmla="*/ 0 h 308610"/>
              <a:gd name="connsiteX7" fmla="*/ 1860550 w 1860550"/>
              <a:gd name="connsiteY7" fmla="*/ 154305 h 308610"/>
              <a:gd name="connsiteX8" fmla="*/ 1706245 w 1860550"/>
              <a:gd name="connsiteY8" fmla="*/ 308610 h 308610"/>
              <a:gd name="connsiteX9" fmla="*/ 1706245 w 1860550"/>
              <a:gd name="connsiteY9" fmla="*/ 231458 h 308610"/>
              <a:gd name="connsiteX10" fmla="*/ 1292523 w 1860550"/>
              <a:gd name="connsiteY10" fmla="*/ 231458 h 308610"/>
              <a:gd name="connsiteX11" fmla="*/ 1308100 w 1860550"/>
              <a:gd name="connsiteY11" fmla="*/ 154305 h 308610"/>
              <a:gd name="connsiteX12" fmla="*/ 1292524 w 1860550"/>
              <a:gd name="connsiteY12" fmla="*/ 77153 h 308610"/>
              <a:gd name="connsiteX13" fmla="*/ 1706245 w 1860550"/>
              <a:gd name="connsiteY13" fmla="*/ 77153 h 30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60550" h="308610">
                <a:moveTo>
                  <a:pt x="0" y="77153"/>
                </a:moveTo>
                <a:lnTo>
                  <a:pt x="574376" y="77153"/>
                </a:lnTo>
                <a:lnTo>
                  <a:pt x="558800" y="154305"/>
                </a:lnTo>
                <a:lnTo>
                  <a:pt x="574377" y="231458"/>
                </a:lnTo>
                <a:lnTo>
                  <a:pt x="0" y="231458"/>
                </a:lnTo>
                <a:lnTo>
                  <a:pt x="77153" y="154305"/>
                </a:lnTo>
                <a:close/>
                <a:moveTo>
                  <a:pt x="1706245" y="0"/>
                </a:moveTo>
                <a:lnTo>
                  <a:pt x="1860550" y="154305"/>
                </a:lnTo>
                <a:lnTo>
                  <a:pt x="1706245" y="308610"/>
                </a:lnTo>
                <a:lnTo>
                  <a:pt x="1706245" y="231458"/>
                </a:lnTo>
                <a:lnTo>
                  <a:pt x="1292523" y="231458"/>
                </a:lnTo>
                <a:lnTo>
                  <a:pt x="1308100" y="154305"/>
                </a:lnTo>
                <a:lnTo>
                  <a:pt x="1292524" y="77153"/>
                </a:lnTo>
                <a:lnTo>
                  <a:pt x="1706245" y="771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19"/>
            </p:custDataLst>
          </p:nvPr>
        </p:nvSpPr>
        <p:spPr>
          <a:xfrm>
            <a:off x="9475470" y="3362008"/>
            <a:ext cx="683895" cy="683895"/>
          </a:xfrm>
          <a:prstGeom prst="ellipse">
            <a:avLst/>
          </a:prstGeom>
          <a:solidFill>
            <a:schemeClr val="accent1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>
            <p:custDataLst>
              <p:tags r:id="rId20"/>
            </p:custDataLst>
          </p:nvPr>
        </p:nvSpPr>
        <p:spPr>
          <a:xfrm>
            <a:off x="8376920" y="1497965"/>
            <a:ext cx="3118485" cy="1094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Decoder-only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Transformer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Scaling Law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RLHF / Instruction Tuning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优点：通用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AI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能力强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缺点：训练成本高、存在幻觉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11" name="图片 13" descr="32313538333935363b32313538333934373bcec4bcfebcd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091768" y="3570865"/>
            <a:ext cx="288000" cy="288000"/>
          </a:xfrm>
          <a:prstGeom prst="rect">
            <a:avLst/>
          </a:prstGeom>
        </p:spPr>
      </p:pic>
      <p:pic>
        <p:nvPicPr>
          <p:cNvPr id="10" name="图片 3" descr="32313538333935363b32313538333934333bb6d4bbb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951683" y="3569997"/>
            <a:ext cx="288000" cy="288000"/>
          </a:xfrm>
          <a:prstGeom prst="rect">
            <a:avLst/>
          </a:prstGeom>
        </p:spPr>
      </p:pic>
      <p:pic>
        <p:nvPicPr>
          <p:cNvPr id="22" name="图片 21" descr="32313538333935363b32313538333935353bb3a4c6aab6c1ceef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240738" y="3559954"/>
            <a:ext cx="288010" cy="288010"/>
          </a:xfrm>
          <a:prstGeom prst="rect">
            <a:avLst/>
          </a:prstGeom>
        </p:spPr>
      </p:pic>
      <p:sp>
        <p:nvSpPr>
          <p:cNvPr id="31" name="矩形 30"/>
          <p:cNvSpPr/>
          <p:nvPr>
            <p:custDataLst>
              <p:tags r:id="rId30"/>
            </p:custDataLst>
          </p:nvPr>
        </p:nvSpPr>
        <p:spPr>
          <a:xfrm>
            <a:off x="8530177" y="2693256"/>
            <a:ext cx="2556000" cy="3162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GPT-style LLM</a:t>
            </a:r>
            <a:endParaRPr lang="zh-CN" altLang="en-US" sz="16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23" name="图片 8" descr="32313538333935363b32313538333934303bcae9b1be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812222" y="3559937"/>
            <a:ext cx="288021" cy="288021"/>
          </a:xfrm>
          <a:prstGeom prst="rect">
            <a:avLst/>
          </a:prstGeom>
        </p:spPr>
      </p:pic>
      <p:pic>
        <p:nvPicPr>
          <p:cNvPr id="21" name="图片 16" descr="32313538333935363b32313538333934393bccedbcd3cae9bcae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673406" y="3559937"/>
            <a:ext cx="288023" cy="2880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24" name="墨迹 23"/>
              <p14:cNvContentPartPr/>
              <p14:nvPr/>
            </p14:nvContentPartPr>
            <p14:xfrm>
              <a:off x="2771775" y="1387475"/>
              <a:ext cx="839470" cy="104775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38"/>
            </p:blipFill>
            <p:spPr>
              <a:xfrm>
                <a:off x="2771775" y="1387475"/>
                <a:ext cx="839470" cy="1047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25" name="墨迹 24"/>
              <p14:cNvContentPartPr/>
              <p14:nvPr/>
            </p14:nvContentPartPr>
            <p14:xfrm>
              <a:off x="3077845" y="2289175"/>
              <a:ext cx="164465" cy="18478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0"/>
            </p:blipFill>
            <p:spPr>
              <a:xfrm>
                <a:off x="3077845" y="2289175"/>
                <a:ext cx="164465" cy="184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26" name="墨迹 25"/>
              <p14:cNvContentPartPr/>
              <p14:nvPr/>
            </p14:nvContentPartPr>
            <p14:xfrm>
              <a:off x="3038475" y="2606675"/>
              <a:ext cx="735330" cy="218503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2"/>
            </p:blipFill>
            <p:spPr>
              <a:xfrm>
                <a:off x="3038475" y="2606675"/>
                <a:ext cx="735330" cy="21850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27" name="墨迹 26"/>
              <p14:cNvContentPartPr/>
              <p14:nvPr/>
            </p14:nvContentPartPr>
            <p14:xfrm>
              <a:off x="3629025" y="4533900"/>
              <a:ext cx="241300" cy="26479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4"/>
            </p:blipFill>
            <p:spPr>
              <a:xfrm>
                <a:off x="3629025" y="4533900"/>
                <a:ext cx="241300" cy="2647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33" name="墨迹 32"/>
              <p14:cNvContentPartPr/>
              <p14:nvPr/>
            </p14:nvContentPartPr>
            <p14:xfrm>
              <a:off x="4904105" y="1520825"/>
              <a:ext cx="268605" cy="435356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46"/>
            </p:blipFill>
            <p:spPr>
              <a:xfrm>
                <a:off x="4904105" y="1520825"/>
                <a:ext cx="268605" cy="43535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39" name="墨迹 38"/>
              <p14:cNvContentPartPr/>
              <p14:nvPr/>
            </p14:nvContentPartPr>
            <p14:xfrm>
              <a:off x="5045075" y="1508125"/>
              <a:ext cx="159385" cy="172720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48"/>
            </p:blipFill>
            <p:spPr>
              <a:xfrm>
                <a:off x="5045075" y="1508125"/>
                <a:ext cx="159385" cy="1727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40" name="墨迹 39"/>
              <p14:cNvContentPartPr/>
              <p14:nvPr/>
            </p14:nvContentPartPr>
            <p14:xfrm>
              <a:off x="6613525" y="1628775"/>
              <a:ext cx="440055" cy="862965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50"/>
            </p:blipFill>
            <p:spPr>
              <a:xfrm>
                <a:off x="6613525" y="1628775"/>
                <a:ext cx="440055" cy="8629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41" name="墨迹 40"/>
              <p14:cNvContentPartPr/>
              <p14:nvPr/>
            </p14:nvContentPartPr>
            <p14:xfrm>
              <a:off x="6757035" y="2397125"/>
              <a:ext cx="108585" cy="121285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52"/>
            </p:blipFill>
            <p:spPr>
              <a:xfrm>
                <a:off x="6757035" y="2397125"/>
                <a:ext cx="108585" cy="1212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42" name="墨迹 41"/>
              <p14:cNvContentPartPr/>
              <p14:nvPr/>
            </p14:nvContentPartPr>
            <p14:xfrm>
              <a:off x="6594475" y="2651125"/>
              <a:ext cx="671195" cy="2140585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54"/>
            </p:blipFill>
            <p:spPr>
              <a:xfrm>
                <a:off x="6594475" y="2651125"/>
                <a:ext cx="671195" cy="21405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" p14:bwMode="auto">
            <p14:nvContentPartPr>
              <p14:cNvPr id="43" name="墨迹 42"/>
              <p14:cNvContentPartPr/>
              <p14:nvPr/>
            </p14:nvContentPartPr>
            <p14:xfrm>
              <a:off x="7134225" y="4613275"/>
              <a:ext cx="155575" cy="216535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56"/>
            </p:blipFill>
            <p:spPr>
              <a:xfrm>
                <a:off x="7134225" y="4613275"/>
                <a:ext cx="155575" cy="2165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" p14:bwMode="auto">
            <p14:nvContentPartPr>
              <p14:cNvPr id="44" name="墨迹 43"/>
              <p14:cNvContentPartPr/>
              <p14:nvPr/>
            </p14:nvContentPartPr>
            <p14:xfrm>
              <a:off x="7312660" y="5065395"/>
              <a:ext cx="300355" cy="13335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58"/>
            </p:blipFill>
            <p:spPr>
              <a:xfrm>
                <a:off x="7312660" y="5065395"/>
                <a:ext cx="300355" cy="133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9" p14:bwMode="auto">
            <p14:nvContentPartPr>
              <p14:cNvPr id="45" name="墨迹 44"/>
              <p14:cNvContentPartPr/>
              <p14:nvPr/>
            </p14:nvContentPartPr>
            <p14:xfrm>
              <a:off x="8672195" y="4962525"/>
              <a:ext cx="845820" cy="820420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60"/>
            </p:blipFill>
            <p:spPr>
              <a:xfrm>
                <a:off x="8672195" y="4962525"/>
                <a:ext cx="845820" cy="820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1" p14:bwMode="auto">
            <p14:nvContentPartPr>
              <p14:cNvPr id="46" name="墨迹 45"/>
              <p14:cNvContentPartPr/>
              <p14:nvPr/>
            </p14:nvContentPartPr>
            <p14:xfrm>
              <a:off x="8645525" y="5730875"/>
              <a:ext cx="86995" cy="102235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62"/>
            </p:blipFill>
            <p:spPr>
              <a:xfrm>
                <a:off x="8645525" y="5730875"/>
                <a:ext cx="86995" cy="1022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49" name="墨迹 48"/>
              <p14:cNvContentPartPr/>
              <p14:nvPr/>
            </p14:nvContentPartPr>
            <p14:xfrm>
              <a:off x="948055" y="1787525"/>
              <a:ext cx="5800090" cy="4516120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64"/>
            </p:blipFill>
            <p:spPr>
              <a:xfrm>
                <a:off x="948055" y="1787525"/>
                <a:ext cx="5800090" cy="45161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50" name="墨迹 49"/>
              <p14:cNvContentPartPr/>
              <p14:nvPr/>
            </p14:nvContentPartPr>
            <p14:xfrm>
              <a:off x="6619875" y="5280025"/>
              <a:ext cx="197485" cy="146050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66"/>
            </p:blipFill>
            <p:spPr>
              <a:xfrm>
                <a:off x="6619875" y="5280025"/>
                <a:ext cx="197485" cy="146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51" name="墨迹 50"/>
              <p14:cNvContentPartPr/>
              <p14:nvPr/>
            </p14:nvContentPartPr>
            <p14:xfrm>
              <a:off x="3966210" y="5346700"/>
              <a:ext cx="160020" cy="5715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68"/>
            </p:blipFill>
            <p:spPr>
              <a:xfrm>
                <a:off x="3966210" y="5346700"/>
                <a:ext cx="160020" cy="5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52" name="墨迹 51"/>
              <p14:cNvContentPartPr/>
              <p14:nvPr/>
            </p14:nvContentPartPr>
            <p14:xfrm>
              <a:off x="4554220" y="4878705"/>
              <a:ext cx="2610485" cy="331470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70"/>
            </p:blipFill>
            <p:spPr>
              <a:xfrm>
                <a:off x="4554220" y="4878705"/>
                <a:ext cx="2610485" cy="3314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1" p14:bwMode="auto">
            <p14:nvContentPartPr>
              <p14:cNvPr id="53" name="墨迹 52"/>
              <p14:cNvContentPartPr/>
              <p14:nvPr/>
            </p14:nvContentPartPr>
            <p14:xfrm>
              <a:off x="7071360" y="4930140"/>
              <a:ext cx="114935" cy="122555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72"/>
            </p:blipFill>
            <p:spPr>
              <a:xfrm>
                <a:off x="7071360" y="4930140"/>
                <a:ext cx="114935" cy="122555"/>
              </a:xfrm>
              <a:prstGeom prst="rect"/>
            </p:spPr>
          </p:pic>
        </mc:Fallback>
      </mc:AlternateContent>
    </p:spTree>
    <p:custDataLst>
      <p:tags r:id="rId7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m1-1"/>
  <p:tag name="KSO_WM_UNIT_TYPE" val="a"/>
  <p:tag name="KSO_WM_UNIT_INDEX" val="1"/>
  <p:tag name="KSO_WM_TEMPLATE_INDEX" val="20233265"/>
  <p:tag name="KSO_WM_UNIT_ID" val="diagram20233265_4*a*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6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f*1_1_1"/>
  <p:tag name="KSO_WM_UNIT_INDEX" val="1_1_1"/>
  <p:tag name="KSO_WM_DIAGRAM_GROUP_CODE" val="m1-1"/>
  <p:tag name="KSO_WM_UNIT_TEXT_TYPE" val="1"/>
  <p:tag name="KSO_WM_UNIT_TEXT_LAYER_COUNT" val="1"/>
  <p:tag name="KSO_WM_BEAUTIFY_FLAG" val="#wm#"/>
  <p:tag name="KSO_WM_UNIT_PRESET_TEXT" val="单击此处输入您的智能图形项正文，文字是您思想的提炼，请尽量言简意赅的阐述观点。单击此处添加正文，文字是您思想的提炼，请言简意赅的阐述您的观点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a*1_1_1"/>
  <p:tag name="KSO_WM_UNIT_INDEX" val="1_1_1"/>
  <p:tag name="KSO_WM_DIAGRAM_GROUP_CODE" val="m1-1"/>
  <p:tag name="KSO_WM_UNIT_TEXT_TYPE" val="1"/>
  <p:tag name="KSO_WM_BEAUTIFY_FLAG" val="#wm#"/>
  <p:tag name="KSO_WM_UNIT_PRESET_TEXT" val="单击添加项标题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6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f*1_3_1"/>
  <p:tag name="KSO_WM_UNIT_INDEX" val="1_3_1"/>
  <p:tag name="KSO_WM_DIAGRAM_GROUP_CODE" val="m1-1"/>
  <p:tag name="KSO_WM_UNIT_TEXT_TYPE" val="1"/>
  <p:tag name="KSO_WM_UNIT_TEXT_LAYER_COUNT" val="1"/>
  <p:tag name="KSO_WM_BEAUTIFY_FLAG" val="#wm#"/>
  <p:tag name="KSO_WM_UNIT_PRESET_TEXT" val="单击此处输入您的智能图形项正文具体内容，文字是您思想的提炼，请尽量言简意赅的阐述观点。单击此处添加正文，文字是您思想的提炼，请言简意赅的阐述您的观点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a*1_3_1"/>
  <p:tag name="KSO_WM_UNIT_INDEX" val="1_3_1"/>
  <p:tag name="KSO_WM_DIAGRAM_GROUP_CODE" val="m1-1"/>
  <p:tag name="KSO_WM_UNIT_TEXT_TYPE" val="1"/>
  <p:tag name="KSO_WM_BEAUTIFY_FLAG" val="#wm#"/>
  <p:tag name="KSO_WM_UNIT_PRESET_TEXT" val="单击添加项标题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6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f*1_2_1"/>
  <p:tag name="KSO_WM_UNIT_INDEX" val="1_2_1"/>
  <p:tag name="KSO_WM_DIAGRAM_GROUP_CODE" val="m1-1"/>
  <p:tag name="KSO_WM_UNIT_TEXT_TYPE" val="1"/>
  <p:tag name="KSO_WM_UNIT_TEXT_LAYER_COUNT" val="1"/>
  <p:tag name="KSO_WM_BEAUTIFY_FLAG" val="#wm#"/>
  <p:tag name="KSO_WM_UNIT_PRESET_TEXT" val="单击此处输入您的智能图形项正文具体内容，文字是您思想的提炼，请尽量言简意赅的阐述观点。单击此处添加正文，文字是您思想的提炼，请言简意赅的阐述您的观点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a*1_2_1"/>
  <p:tag name="KSO_WM_UNIT_INDEX" val="1_2_1"/>
  <p:tag name="KSO_WM_DIAGRAM_GROUP_CODE" val="m1-1"/>
  <p:tag name="KSO_WM_UNIT_TEXT_TYPE" val="1"/>
  <p:tag name="KSO_WM_BEAUTIFY_FLAG" val="#wm#"/>
  <p:tag name="KSO_WM_UNIT_PRESET_TEXT" val="单击添加项标题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7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f*1_4_1"/>
  <p:tag name="KSO_WM_UNIT_INDEX" val="1_4_1"/>
  <p:tag name="KSO_WM_DIAGRAM_GROUP_CODE" val="m1-1"/>
  <p:tag name="KSO_WM_UNIT_TEXT_TYPE" val="1"/>
  <p:tag name="KSO_WM_UNIT_TEXT_LAYER_COUNT" val="1"/>
  <p:tag name="KSO_WM_BEAUTIFY_FLAG" val="#wm#"/>
  <p:tag name="KSO_WM_UNIT_PRESET_TEXT" val="单击此处输入您的项正文，文字是您思想的提炼，请尽量言简意赅的阐述观点。单击此处输入您的智能图形项正文，文字是您思想的提炼，请言简意赅的阐述观点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a*1_4_1"/>
  <p:tag name="KSO_WM_UNIT_INDEX" val="1_4_1"/>
  <p:tag name="KSO_WM_DIAGRAM_GROUP_CODE" val="m1-1"/>
  <p:tag name="KSO_WM_UNIT_TEXT_TYPE" val="1"/>
  <p:tag name="KSO_WM_BEAUTIFY_FLAG" val="#wm#"/>
  <p:tag name="KSO_WM_UNIT_PRESET_TEXT" val="单击添加项标题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1_2"/>
  <p:tag name="KSO_WM_UNIT_INDEX" val="1_1_2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2_2"/>
  <p:tag name="KSO_WM_UNIT_INDEX" val="1_2_2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0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3_2"/>
  <p:tag name="KSO_WM_UNIT_INDEX" val="1_3_2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0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4_2"/>
  <p:tag name="KSO_WM_UNIT_INDEX" val="1_4_2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0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1_1"/>
  <p:tag name="KSO_WM_UNIT_INDEX" val="1_1_1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0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2_1"/>
  <p:tag name="KSO_WM_UNIT_INDEX" val="1_2_1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0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3_1"/>
  <p:tag name="KSO_WM_UNIT_INDEX" val="1_3_1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0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4_1"/>
  <p:tag name="KSO_WM_UNIT_INDEX" val="1_4_1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0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5_2"/>
  <p:tag name="KSO_WM_UNIT_INDEX" val="1_5_2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0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5_1"/>
  <p:tag name="KSO_WM_UNIT_INDEX" val="1_5_1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0"/>
</p:tagLst>
</file>

<file path=ppt/tags/tag8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f*1_5_1"/>
  <p:tag name="KSO_WM_UNIT_INDEX" val="1_5_1"/>
  <p:tag name="KSO_WM_DIAGRAM_GROUP_CODE" val="m1-1"/>
  <p:tag name="KSO_WM_UNIT_TEXT_TYPE" val="1"/>
  <p:tag name="KSO_WM_UNIT_TEXT_LAYER_COUNT" val="1"/>
  <p:tag name="KSO_WM_BEAUTIFY_FLAG" val="#wm#"/>
  <p:tag name="KSO_WM_UNIT_PRESET_TEXT" val="单击此处输入智能图形项正文，文字是您思想的提炼，请言简意赅的阐述观点。单击此处添加正文，文字是您思想的提炼，请言简意赅的阐述您的观点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8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74*8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2_1"/>
  <p:tag name="KSO_WM_UNIT_ID" val="diagram20233265_4*m_h_x*1_2_1"/>
  <p:tag name="KSO_WM_TEMPLATE_CATEGORY" val="diagram"/>
  <p:tag name="KSO_WM_TEMPLATE_INDEX" val="20233265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0"/>
</p:tagLst>
</file>

<file path=ppt/tags/tag8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74*8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3_1"/>
  <p:tag name="KSO_WM_UNIT_ID" val="diagram20233265_4*m_h_x*1_3_1"/>
  <p:tag name="KSO_WM_TEMPLATE_CATEGORY" val="diagram"/>
  <p:tag name="KSO_WM_TEMPLATE_INDEX" val="20233265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0"/>
</p:tagLst>
</file>

<file path=ppt/tags/tag8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0*7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1_1"/>
  <p:tag name="KSO_WM_UNIT_ID" val="diagram20233265_4*m_h_x*1_1_1"/>
  <p:tag name="KSO_WM_TEMPLATE_CATEGORY" val="diagram"/>
  <p:tag name="KSO_WM_TEMPLATE_INDEX" val="20233265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0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a*1_5_1"/>
  <p:tag name="KSO_WM_UNIT_INDEX" val="1_5_1"/>
  <p:tag name="KSO_WM_DIAGRAM_GROUP_CODE" val="m1-1"/>
  <p:tag name="KSO_WM_UNIT_TEXT_TYPE" val="1"/>
  <p:tag name="KSO_WM_BEAUTIFY_FLAG" val="#wm#"/>
  <p:tag name="KSO_WM_UNIT_PRESET_TEXT" val="单击添加项标题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8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0*6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4_1"/>
  <p:tag name="KSO_WM_UNIT_ID" val="diagram20233265_4*m_h_x*1_4_1"/>
  <p:tag name="KSO_WM_TEMPLATE_CATEGORY" val="diagram"/>
  <p:tag name="KSO_WM_TEMPLATE_INDEX" val="20233265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0"/>
</p:tagLst>
</file>

<file path=ppt/tags/tag8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0*6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5_1"/>
  <p:tag name="KSO_WM_UNIT_ID" val="diagram20233265_4*m_h_x*1_5_1"/>
  <p:tag name="KSO_WM_TEMPLATE_CATEGORY" val="diagram"/>
  <p:tag name="KSO_WM_TEMPLATE_INDEX" val="20233265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55.3999938964844,&quot;left&quot;:54.8,&quot;top&quot;:112.47500305175781,&quot;width&quot;:850.3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0"/>
</p:tagLst>
</file>

<file path=ppt/tags/tag89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850.35*344.45"/>
  <p:tag name="KSO_WM_SLIDE_POSITION" val="54.8*117.95"/>
  <p:tag name="KSO_WM_SLIDE_LAYOUT" val="a_m"/>
  <p:tag name="KSO_WM_SLIDE_LAYOUT_CNT" val="1_1"/>
  <p:tag name="KSO_WM_SPECIAL_SOURCE" val="bdnull"/>
  <p:tag name="KSO_WM_DIAGRAM_GROUP_CODE" val="m1-1"/>
  <p:tag name="KSO_WM_SLIDE_DIAGTYPE" val="m"/>
  <p:tag name="KSO_WM_TEMPLATE_INDEX" val="20205081"/>
  <p:tag name="KSO_WM_TEMPLATE_SUBCATEGORY" val="0"/>
  <p:tag name="KSO_WM_SLIDE_INDEX" val="4"/>
  <p:tag name="KSO_WM_TAG_VERSION" val="3.0"/>
  <p:tag name="KSO_WM_SLIDE_ID" val="diagram20233265_4"/>
  <p:tag name="KSO_WM_SLIDE_ITEM_CNT" val="5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</Words>
  <Application>WPS 演示</Application>
  <PresentationFormat>宽屏</PresentationFormat>
  <Paragraphs>42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单击此处添加标题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kamikaze</cp:lastModifiedBy>
  <cp:revision>157</cp:revision>
  <dcterms:created xsi:type="dcterms:W3CDTF">2019-06-19T02:08:00Z</dcterms:created>
  <dcterms:modified xsi:type="dcterms:W3CDTF">2026-05-13T08:43:25Z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8CB400C0E6E74B44B9658DF48E75E97F_11</vt:lpwstr>
  </property>
</Properties>
</file>